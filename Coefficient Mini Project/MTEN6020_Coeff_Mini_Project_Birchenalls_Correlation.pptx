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76" r:id="rId4"/>
    <p:sldId id="277" r:id="rId5"/>
    <p:sldId id="281" r:id="rId6"/>
    <p:sldId id="280" r:id="rId7"/>
    <p:sldId id="282" r:id="rId8"/>
    <p:sldId id="271" r:id="rId9"/>
    <p:sldId id="272" r:id="rId10"/>
    <p:sldId id="279" r:id="rId11"/>
    <p:sldId id="274" r:id="rId12"/>
    <p:sldId id="275" r:id="rId13"/>
    <p:sldId id="283" r:id="rId14"/>
    <p:sldId id="278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4E536F-4F20-B4C3-28B0-3A0E6D07510E}" v="323" dt="2026-03-25T00:06:39.044"/>
    <p1510:client id="{4890D1C1-2B27-4CEB-A622-1E8E8751DBB8}" v="1441" dt="2026-03-24T15:32:25.460"/>
    <p1510:client id="{55464D30-A9FA-DDC0-7D3A-219F2CFB27C3}" v="1768" dt="2026-03-24T15:23:31.4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atty, Robert (beattyrt)" userId="S::beattyrt@mail.uc.edu::d1d09ccf-15e5-4a9f-9b05-f9566265ef7e" providerId="AD" clId="Web-{55464D30-A9FA-DDC0-7D3A-219F2CFB27C3}"/>
    <pc:docChg chg="addSld delSld modSld">
      <pc:chgData name="Beatty, Robert (beattyrt)" userId="S::beattyrt@mail.uc.edu::d1d09ccf-15e5-4a9f-9b05-f9566265ef7e" providerId="AD" clId="Web-{55464D30-A9FA-DDC0-7D3A-219F2CFB27C3}" dt="2026-03-24T15:23:31.426" v="1560"/>
      <pc:docMkLst>
        <pc:docMk/>
      </pc:docMkLst>
      <pc:sldChg chg="modSp">
        <pc:chgData name="Beatty, Robert (beattyrt)" userId="S::beattyrt@mail.uc.edu::d1d09ccf-15e5-4a9f-9b05-f9566265ef7e" providerId="AD" clId="Web-{55464D30-A9FA-DDC0-7D3A-219F2CFB27C3}" dt="2026-03-24T15:05:34.233" v="1524" actId="20577"/>
        <pc:sldMkLst>
          <pc:docMk/>
          <pc:sldMk cId="3768849568" sldId="268"/>
        </pc:sldMkLst>
        <pc:spChg chg="mod">
          <ac:chgData name="Beatty, Robert (beattyrt)" userId="S::beattyrt@mail.uc.edu::d1d09ccf-15e5-4a9f-9b05-f9566265ef7e" providerId="AD" clId="Web-{55464D30-A9FA-DDC0-7D3A-219F2CFB27C3}" dt="2026-03-24T15:05:34.233" v="1524" actId="20577"/>
          <ac:spMkLst>
            <pc:docMk/>
            <pc:sldMk cId="3768849568" sldId="268"/>
            <ac:spMk id="8" creationId="{9D1DBB5F-EE49-C608-A23A-4A4406ADF166}"/>
          </ac:spMkLst>
        </pc:spChg>
      </pc:sldChg>
      <pc:sldChg chg="addSp delSp modSp del">
        <pc:chgData name="Beatty, Robert (beattyrt)" userId="S::beattyrt@mail.uc.edu::d1d09ccf-15e5-4a9f-9b05-f9566265ef7e" providerId="AD" clId="Web-{55464D30-A9FA-DDC0-7D3A-219F2CFB27C3}" dt="2026-03-24T02:15:12.970" v="48"/>
        <pc:sldMkLst>
          <pc:docMk/>
          <pc:sldMk cId="2040897367" sldId="269"/>
        </pc:sldMkLst>
        <pc:spChg chg="del">
          <ac:chgData name="Beatty, Robert (beattyrt)" userId="S::beattyrt@mail.uc.edu::d1d09ccf-15e5-4a9f-9b05-f9566265ef7e" providerId="AD" clId="Web-{55464D30-A9FA-DDC0-7D3A-219F2CFB27C3}" dt="2026-03-24T02:10:51.385" v="29"/>
          <ac:spMkLst>
            <pc:docMk/>
            <pc:sldMk cId="2040897367" sldId="269"/>
            <ac:spMk id="2" creationId="{D26C2EAF-4E01-C7DE-3E7C-358E96E11643}"/>
          </ac:spMkLst>
        </pc:spChg>
        <pc:spChg chg="add del mod">
          <ac:chgData name="Beatty, Robert (beattyrt)" userId="S::beattyrt@mail.uc.edu::d1d09ccf-15e5-4a9f-9b05-f9566265ef7e" providerId="AD" clId="Web-{55464D30-A9FA-DDC0-7D3A-219F2CFB27C3}" dt="2026-03-24T02:08:14.492" v="3"/>
          <ac:spMkLst>
            <pc:docMk/>
            <pc:sldMk cId="2040897367" sldId="269"/>
            <ac:spMk id="8" creationId="{DA6861F9-D223-12CB-8A7F-3C116C9D9D66}"/>
          </ac:spMkLst>
        </pc:spChg>
        <pc:spChg chg="add del mod">
          <ac:chgData name="Beatty, Robert (beattyrt)" userId="S::beattyrt@mail.uc.edu::d1d09ccf-15e5-4a9f-9b05-f9566265ef7e" providerId="AD" clId="Web-{55464D30-A9FA-DDC0-7D3A-219F2CFB27C3}" dt="2026-03-24T02:10:56.885" v="31"/>
          <ac:spMkLst>
            <pc:docMk/>
            <pc:sldMk cId="2040897367" sldId="269"/>
            <ac:spMk id="12" creationId="{F7B30215-AA46-4E5D-9D76-946D5C455A55}"/>
          </ac:spMkLst>
        </pc:spChg>
        <pc:spChg chg="del">
          <ac:chgData name="Beatty, Robert (beattyrt)" userId="S::beattyrt@mail.uc.edu::d1d09ccf-15e5-4a9f-9b05-f9566265ef7e" providerId="AD" clId="Web-{55464D30-A9FA-DDC0-7D3A-219F2CFB27C3}" dt="2026-03-24T02:10:53.245" v="30"/>
          <ac:spMkLst>
            <pc:docMk/>
            <pc:sldMk cId="2040897367" sldId="269"/>
            <ac:spMk id="15" creationId="{3BF9C9D1-3BD7-2DF3-246E-15978E8A5F0F}"/>
          </ac:spMkLst>
        </pc:spChg>
        <pc:picChg chg="add del mod modCrop">
          <ac:chgData name="Beatty, Robert (beattyrt)" userId="S::beattyrt@mail.uc.edu::d1d09ccf-15e5-4a9f-9b05-f9566265ef7e" providerId="AD" clId="Web-{55464D30-A9FA-DDC0-7D3A-219F2CFB27C3}" dt="2026-03-24T02:12:37.264" v="40"/>
          <ac:picMkLst>
            <pc:docMk/>
            <pc:sldMk cId="2040897367" sldId="269"/>
            <ac:picMk id="9" creationId="{04A7A4AE-1F8A-C65F-3BD2-33C59990092F}"/>
          </ac:picMkLst>
        </pc:picChg>
        <pc:picChg chg="add del mod modCrop">
          <ac:chgData name="Beatty, Robert (beattyrt)" userId="S::beattyrt@mail.uc.edu::d1d09ccf-15e5-4a9f-9b05-f9566265ef7e" providerId="AD" clId="Web-{55464D30-A9FA-DDC0-7D3A-219F2CFB27C3}" dt="2026-03-24T02:09:53.854" v="19"/>
          <ac:picMkLst>
            <pc:docMk/>
            <pc:sldMk cId="2040897367" sldId="269"/>
            <ac:picMk id="10" creationId="{F3AF3182-C89D-FB05-20EE-DB0D0E718C6E}"/>
          </ac:picMkLst>
        </pc:picChg>
        <pc:picChg chg="add del mod">
          <ac:chgData name="Beatty, Robert (beattyrt)" userId="S::beattyrt@mail.uc.edu::d1d09ccf-15e5-4a9f-9b05-f9566265ef7e" providerId="AD" clId="Web-{55464D30-A9FA-DDC0-7D3A-219F2CFB27C3}" dt="2026-03-24T02:13:58.501" v="45"/>
          <ac:picMkLst>
            <pc:docMk/>
            <pc:sldMk cId="2040897367" sldId="269"/>
            <ac:picMk id="13" creationId="{CF62B76B-9477-1BC9-7102-EA1590ACA0E9}"/>
          </ac:picMkLst>
        </pc:picChg>
        <pc:picChg chg="add del mod">
          <ac:chgData name="Beatty, Robert (beattyrt)" userId="S::beattyrt@mail.uc.edu::d1d09ccf-15e5-4a9f-9b05-f9566265ef7e" providerId="AD" clId="Web-{55464D30-A9FA-DDC0-7D3A-219F2CFB27C3}" dt="2026-03-24T02:15:10.814" v="47"/>
          <ac:picMkLst>
            <pc:docMk/>
            <pc:sldMk cId="2040897367" sldId="269"/>
            <ac:picMk id="14" creationId="{B18235F5-6866-7487-8167-E40532C59D91}"/>
          </ac:picMkLst>
        </pc:picChg>
      </pc:sldChg>
      <pc:sldChg chg="addSp delSp modSp del">
        <pc:chgData name="Beatty, Robert (beattyrt)" userId="S::beattyrt@mail.uc.edu::d1d09ccf-15e5-4a9f-9b05-f9566265ef7e" providerId="AD" clId="Web-{55464D30-A9FA-DDC0-7D3A-219F2CFB27C3}" dt="2026-03-24T02:13:35.938" v="42"/>
        <pc:sldMkLst>
          <pc:docMk/>
          <pc:sldMk cId="1645613414" sldId="270"/>
        </pc:sldMkLst>
        <pc:spChg chg="del">
          <ac:chgData name="Beatty, Robert (beattyrt)" userId="S::beattyrt@mail.uc.edu::d1d09ccf-15e5-4a9f-9b05-f9566265ef7e" providerId="AD" clId="Web-{55464D30-A9FA-DDC0-7D3A-219F2CFB27C3}" dt="2026-03-24T02:10:07.026" v="22"/>
          <ac:spMkLst>
            <pc:docMk/>
            <pc:sldMk cId="1645613414" sldId="270"/>
            <ac:spMk id="2" creationId="{9DD1FE87-6BD4-6A9B-E4F9-961EE46CCC6C}"/>
          </ac:spMkLst>
        </pc:spChg>
        <pc:spChg chg="add del mod">
          <ac:chgData name="Beatty, Robert (beattyrt)" userId="S::beattyrt@mail.uc.edu::d1d09ccf-15e5-4a9f-9b05-f9566265ef7e" providerId="AD" clId="Web-{55464D30-A9FA-DDC0-7D3A-219F2CFB27C3}" dt="2026-03-24T02:10:09.901" v="23"/>
          <ac:spMkLst>
            <pc:docMk/>
            <pc:sldMk cId="1645613414" sldId="270"/>
            <ac:spMk id="10" creationId="{D1092B03-B8C3-8EC2-F46C-779A9F90412A}"/>
          </ac:spMkLst>
        </pc:spChg>
        <pc:spChg chg="del">
          <ac:chgData name="Beatty, Robert (beattyrt)" userId="S::beattyrt@mail.uc.edu::d1d09ccf-15e5-4a9f-9b05-f9566265ef7e" providerId="AD" clId="Web-{55464D30-A9FA-DDC0-7D3A-219F2CFB27C3}" dt="2026-03-24T02:10:12.729" v="24"/>
          <ac:spMkLst>
            <pc:docMk/>
            <pc:sldMk cId="1645613414" sldId="270"/>
            <ac:spMk id="15" creationId="{0F8F8FB2-9109-82AC-5F71-ACA827BA4565}"/>
          </ac:spMkLst>
        </pc:spChg>
        <pc:picChg chg="add del mod">
          <ac:chgData name="Beatty, Robert (beattyrt)" userId="S::beattyrt@mail.uc.edu::d1d09ccf-15e5-4a9f-9b05-f9566265ef7e" providerId="AD" clId="Web-{55464D30-A9FA-DDC0-7D3A-219F2CFB27C3}" dt="2026-03-24T02:10:38.791" v="27"/>
          <ac:picMkLst>
            <pc:docMk/>
            <pc:sldMk cId="1645613414" sldId="270"/>
            <ac:picMk id="8" creationId="{53A7E664-30C2-C222-4EF7-008E495752A1}"/>
          </ac:picMkLst>
        </pc:picChg>
        <pc:picChg chg="add del mod modCrop">
          <ac:chgData name="Beatty, Robert (beattyrt)" userId="S::beattyrt@mail.uc.edu::d1d09ccf-15e5-4a9f-9b05-f9566265ef7e" providerId="AD" clId="Web-{55464D30-A9FA-DDC0-7D3A-219F2CFB27C3}" dt="2026-03-24T02:12:39.186" v="41"/>
          <ac:picMkLst>
            <pc:docMk/>
            <pc:sldMk cId="1645613414" sldId="270"/>
            <ac:picMk id="12" creationId="{CF4CF6EF-8B8F-F255-9327-08425660E7F4}"/>
          </ac:picMkLst>
        </pc:picChg>
      </pc:sldChg>
      <pc:sldChg chg="addSp delSp modSp add replId">
        <pc:chgData name="Beatty, Robert (beattyrt)" userId="S::beattyrt@mail.uc.edu::d1d09ccf-15e5-4a9f-9b05-f9566265ef7e" providerId="AD" clId="Web-{55464D30-A9FA-DDC0-7D3A-219F2CFB27C3}" dt="2026-03-24T03:13:52.767" v="821" actId="14100"/>
        <pc:sldMkLst>
          <pc:docMk/>
          <pc:sldMk cId="3210118055" sldId="271"/>
        </pc:sldMkLst>
        <pc:spChg chg="mod">
          <ac:chgData name="Beatty, Robert (beattyrt)" userId="S::beattyrt@mail.uc.edu::d1d09ccf-15e5-4a9f-9b05-f9566265ef7e" providerId="AD" clId="Web-{55464D30-A9FA-DDC0-7D3A-219F2CFB27C3}" dt="2026-03-24T02:15:50.599" v="67" actId="20577"/>
          <ac:spMkLst>
            <pc:docMk/>
            <pc:sldMk cId="3210118055" sldId="271"/>
            <ac:spMk id="2" creationId="{0E9D3B4E-D480-0489-0824-E12785E3FB21}"/>
          </ac:spMkLst>
        </pc:spChg>
        <pc:spChg chg="add del mod">
          <ac:chgData name="Beatty, Robert (beattyrt)" userId="S::beattyrt@mail.uc.edu::d1d09ccf-15e5-4a9f-9b05-f9566265ef7e" providerId="AD" clId="Web-{55464D30-A9FA-DDC0-7D3A-219F2CFB27C3}" dt="2026-03-24T02:59:18.679" v="606"/>
          <ac:spMkLst>
            <pc:docMk/>
            <pc:sldMk cId="3210118055" sldId="271"/>
            <ac:spMk id="9" creationId="{7D6C4E65-AFCE-6A06-8692-456E04025B9A}"/>
          </ac:spMkLst>
        </pc:spChg>
        <pc:spChg chg="add mod">
          <ac:chgData name="Beatty, Robert (beattyrt)" userId="S::beattyrt@mail.uc.edu::d1d09ccf-15e5-4a9f-9b05-f9566265ef7e" providerId="AD" clId="Web-{55464D30-A9FA-DDC0-7D3A-219F2CFB27C3}" dt="2026-03-24T03:13:52.767" v="821" actId="14100"/>
          <ac:spMkLst>
            <pc:docMk/>
            <pc:sldMk cId="3210118055" sldId="271"/>
            <ac:spMk id="10" creationId="{3CB7CA5E-0C73-64A4-F8F2-B417B4A11008}"/>
          </ac:spMkLst>
        </pc:spChg>
        <pc:spChg chg="add del mod">
          <ac:chgData name="Beatty, Robert (beattyrt)" userId="S::beattyrt@mail.uc.edu::d1d09ccf-15e5-4a9f-9b05-f9566265ef7e" providerId="AD" clId="Web-{55464D30-A9FA-DDC0-7D3A-219F2CFB27C3}" dt="2026-03-24T02:22:29.365" v="157"/>
          <ac:spMkLst>
            <pc:docMk/>
            <pc:sldMk cId="3210118055" sldId="271"/>
            <ac:spMk id="10" creationId="{807B6C6C-D63A-0247-437D-24105CB9AEBA}"/>
          </ac:spMkLst>
        </pc:spChg>
        <pc:spChg chg="add del mod">
          <ac:chgData name="Beatty, Robert (beattyrt)" userId="S::beattyrt@mail.uc.edu::d1d09ccf-15e5-4a9f-9b05-f9566265ef7e" providerId="AD" clId="Web-{55464D30-A9FA-DDC0-7D3A-219F2CFB27C3}" dt="2026-03-24T02:22:34.131" v="161"/>
          <ac:spMkLst>
            <pc:docMk/>
            <pc:sldMk cId="3210118055" sldId="271"/>
            <ac:spMk id="11" creationId="{DE5C9062-6E53-6589-7B2E-31214EDE42D8}"/>
          </ac:spMkLst>
        </pc:spChg>
        <pc:spChg chg="del">
          <ac:chgData name="Beatty, Robert (beattyrt)" userId="S::beattyrt@mail.uc.edu::d1d09ccf-15e5-4a9f-9b05-f9566265ef7e" providerId="AD" clId="Web-{55464D30-A9FA-DDC0-7D3A-219F2CFB27C3}" dt="2026-03-24T02:15:38.144" v="55"/>
          <ac:spMkLst>
            <pc:docMk/>
            <pc:sldMk cId="3210118055" sldId="271"/>
            <ac:spMk id="15" creationId="{E090E9A5-41EB-209C-164E-69992D3A9B33}"/>
          </ac:spMkLst>
        </pc:spChg>
        <pc:picChg chg="add del mod">
          <ac:chgData name="Beatty, Robert (beattyrt)" userId="S::beattyrt@mail.uc.edu::d1d09ccf-15e5-4a9f-9b05-f9566265ef7e" providerId="AD" clId="Web-{55464D30-A9FA-DDC0-7D3A-219F2CFB27C3}" dt="2026-03-24T03:08:17.540" v="807" actId="1076"/>
          <ac:picMkLst>
            <pc:docMk/>
            <pc:sldMk cId="3210118055" sldId="271"/>
            <ac:picMk id="8" creationId="{756FAB2E-DC17-C015-60DE-7A577D429099}"/>
          </ac:picMkLst>
        </pc:picChg>
        <pc:picChg chg="add del mod">
          <ac:chgData name="Beatty, Robert (beattyrt)" userId="S::beattyrt@mail.uc.edu::d1d09ccf-15e5-4a9f-9b05-f9566265ef7e" providerId="AD" clId="Web-{55464D30-A9FA-DDC0-7D3A-219F2CFB27C3}" dt="2026-03-24T02:17:38.856" v="69"/>
          <ac:picMkLst>
            <pc:docMk/>
            <pc:sldMk cId="3210118055" sldId="271"/>
            <ac:picMk id="9" creationId="{37901726-0BE6-7E24-D8CE-8FC9F3F69147}"/>
          </ac:picMkLst>
        </pc:picChg>
        <pc:picChg chg="add mod">
          <ac:chgData name="Beatty, Robert (beattyrt)" userId="S::beattyrt@mail.uc.edu::d1d09ccf-15e5-4a9f-9b05-f9566265ef7e" providerId="AD" clId="Web-{55464D30-A9FA-DDC0-7D3A-219F2CFB27C3}" dt="2026-03-24T03:11:59.076" v="813" actId="1076"/>
          <ac:picMkLst>
            <pc:docMk/>
            <pc:sldMk cId="3210118055" sldId="271"/>
            <ac:picMk id="11" creationId="{1E177009-B973-C0FB-35E6-7D6BFF842B72}"/>
          </ac:picMkLst>
        </pc:picChg>
      </pc:sldChg>
      <pc:sldChg chg="new del">
        <pc:chgData name="Beatty, Robert (beattyrt)" userId="S::beattyrt@mail.uc.edu::d1d09ccf-15e5-4a9f-9b05-f9566265ef7e" providerId="AD" clId="Web-{55464D30-A9FA-DDC0-7D3A-219F2CFB27C3}" dt="2026-03-24T02:09:42.510" v="15"/>
        <pc:sldMkLst>
          <pc:docMk/>
          <pc:sldMk cId="4161520809" sldId="271"/>
        </pc:sldMkLst>
      </pc:sldChg>
      <pc:sldChg chg="addSp modSp add del replId">
        <pc:chgData name="Beatty, Robert (beattyrt)" userId="S::beattyrt@mail.uc.edu::d1d09ccf-15e5-4a9f-9b05-f9566265ef7e" providerId="AD" clId="Web-{55464D30-A9FA-DDC0-7D3A-219F2CFB27C3}" dt="2026-03-24T15:23:21.817" v="1558" actId="20577"/>
        <pc:sldMkLst>
          <pc:docMk/>
          <pc:sldMk cId="773284982" sldId="272"/>
        </pc:sldMkLst>
        <pc:spChg chg="mod">
          <ac:chgData name="Beatty, Robert (beattyrt)" userId="S::beattyrt@mail.uc.edu::d1d09ccf-15e5-4a9f-9b05-f9566265ef7e" providerId="AD" clId="Web-{55464D30-A9FA-DDC0-7D3A-219F2CFB27C3}" dt="2026-03-24T03:16:00.851" v="832" actId="20577"/>
          <ac:spMkLst>
            <pc:docMk/>
            <pc:sldMk cId="773284982" sldId="272"/>
            <ac:spMk id="2" creationId="{EF942358-1900-ACBE-E403-C19D0475C8F0}"/>
          </ac:spMkLst>
        </pc:spChg>
        <pc:spChg chg="mod">
          <ac:chgData name="Beatty, Robert (beattyrt)" userId="S::beattyrt@mail.uc.edu::d1d09ccf-15e5-4a9f-9b05-f9566265ef7e" providerId="AD" clId="Web-{55464D30-A9FA-DDC0-7D3A-219F2CFB27C3}" dt="2026-03-24T15:23:21.817" v="1558" actId="20577"/>
          <ac:spMkLst>
            <pc:docMk/>
            <pc:sldMk cId="773284982" sldId="272"/>
            <ac:spMk id="15" creationId="{5C1AE947-986F-E00B-0FCE-B51EAA397553}"/>
          </ac:spMkLst>
        </pc:spChg>
        <pc:picChg chg="add mod">
          <ac:chgData name="Beatty, Robert (beattyrt)" userId="S::beattyrt@mail.uc.edu::d1d09ccf-15e5-4a9f-9b05-f9566265ef7e" providerId="AD" clId="Web-{55464D30-A9FA-DDC0-7D3A-219F2CFB27C3}" dt="2026-03-24T03:26:32.489" v="1244" actId="1076"/>
          <ac:picMkLst>
            <pc:docMk/>
            <pc:sldMk cId="773284982" sldId="272"/>
            <ac:picMk id="8" creationId="{9C9C30DE-A006-F6E9-6DE7-CA9B9AA5A70F}"/>
          </ac:picMkLst>
        </pc:picChg>
      </pc:sldChg>
      <pc:sldChg chg="add replId">
        <pc:chgData name="Beatty, Robert (beattyrt)" userId="S::beattyrt@mail.uc.edu::d1d09ccf-15e5-4a9f-9b05-f9566265ef7e" providerId="AD" clId="Web-{55464D30-A9FA-DDC0-7D3A-219F2CFB27C3}" dt="2026-03-24T02:09:48.479" v="18"/>
        <pc:sldMkLst>
          <pc:docMk/>
          <pc:sldMk cId="3819703598" sldId="273"/>
        </pc:sldMkLst>
      </pc:sldChg>
      <pc:sldChg chg="addSp delSp modSp add replId">
        <pc:chgData name="Beatty, Robert (beattyrt)" userId="S::beattyrt@mail.uc.edu::d1d09ccf-15e5-4a9f-9b05-f9566265ef7e" providerId="AD" clId="Web-{55464D30-A9FA-DDC0-7D3A-219F2CFB27C3}" dt="2026-03-24T03:26:45.880" v="1246" actId="1076"/>
        <pc:sldMkLst>
          <pc:docMk/>
          <pc:sldMk cId="2693675696" sldId="274"/>
        </pc:sldMkLst>
        <pc:spChg chg="mod">
          <ac:chgData name="Beatty, Robert (beattyrt)" userId="S::beattyrt@mail.uc.edu::d1d09ccf-15e5-4a9f-9b05-f9566265ef7e" providerId="AD" clId="Web-{55464D30-A9FA-DDC0-7D3A-219F2CFB27C3}" dt="2026-03-24T02:19:29.407" v="95" actId="20577"/>
          <ac:spMkLst>
            <pc:docMk/>
            <pc:sldMk cId="2693675696" sldId="274"/>
            <ac:spMk id="2" creationId="{35E4AB5A-7D8A-E7A7-FAED-B42997C00C7E}"/>
          </ac:spMkLst>
        </pc:spChg>
        <pc:spChg chg="add del mod">
          <ac:chgData name="Beatty, Robert (beattyrt)" userId="S::beattyrt@mail.uc.edu::d1d09ccf-15e5-4a9f-9b05-f9566265ef7e" providerId="AD" clId="Web-{55464D30-A9FA-DDC0-7D3A-219F2CFB27C3}" dt="2026-03-24T02:19:48.329" v="99"/>
          <ac:spMkLst>
            <pc:docMk/>
            <pc:sldMk cId="2693675696" sldId="274"/>
            <ac:spMk id="8" creationId="{FA7AB450-F8D8-F48A-7387-F6A01C165F91}"/>
          </ac:spMkLst>
        </pc:spChg>
        <pc:spChg chg="add">
          <ac:chgData name="Beatty, Robert (beattyrt)" userId="S::beattyrt@mail.uc.edu::d1d09ccf-15e5-4a9f-9b05-f9566265ef7e" providerId="AD" clId="Web-{55464D30-A9FA-DDC0-7D3A-219F2CFB27C3}" dt="2026-03-24T02:58:32.130" v="602"/>
          <ac:spMkLst>
            <pc:docMk/>
            <pc:sldMk cId="2693675696" sldId="274"/>
            <ac:spMk id="10" creationId="{30DD985E-5A97-B653-852F-88C42EDF80C8}"/>
          </ac:spMkLst>
        </pc:spChg>
        <pc:spChg chg="del mod">
          <ac:chgData name="Beatty, Robert (beattyrt)" userId="S::beattyrt@mail.uc.edu::d1d09ccf-15e5-4a9f-9b05-f9566265ef7e" providerId="AD" clId="Web-{55464D30-A9FA-DDC0-7D3A-219F2CFB27C3}" dt="2026-03-24T02:58:31.411" v="601"/>
          <ac:spMkLst>
            <pc:docMk/>
            <pc:sldMk cId="2693675696" sldId="274"/>
            <ac:spMk id="15" creationId="{41402AF0-A60B-3D66-938B-B227977DB486}"/>
          </ac:spMkLst>
        </pc:spChg>
        <pc:picChg chg="add mod">
          <ac:chgData name="Beatty, Robert (beattyrt)" userId="S::beattyrt@mail.uc.edu::d1d09ccf-15e5-4a9f-9b05-f9566265ef7e" providerId="AD" clId="Web-{55464D30-A9FA-DDC0-7D3A-219F2CFB27C3}" dt="2026-03-24T03:26:45.880" v="1246" actId="1076"/>
          <ac:picMkLst>
            <pc:docMk/>
            <pc:sldMk cId="2693675696" sldId="274"/>
            <ac:picMk id="9" creationId="{E59E3B91-1E2F-435E-0C27-025222AD3722}"/>
          </ac:picMkLst>
        </pc:picChg>
        <pc:picChg chg="add del mod">
          <ac:chgData name="Beatty, Robert (beattyrt)" userId="S::beattyrt@mail.uc.edu::d1d09ccf-15e5-4a9f-9b05-f9566265ef7e" providerId="AD" clId="Web-{55464D30-A9FA-DDC0-7D3A-219F2CFB27C3}" dt="2026-03-24T02:24:37.920" v="181"/>
          <ac:picMkLst>
            <pc:docMk/>
            <pc:sldMk cId="2693675696" sldId="274"/>
            <ac:picMk id="10" creationId="{EDBDFFC3-3E58-DE8D-D090-1C4DB94C1131}"/>
          </ac:picMkLst>
        </pc:picChg>
      </pc:sldChg>
      <pc:sldChg chg="delSp modSp add replId">
        <pc:chgData name="Beatty, Robert (beattyrt)" userId="S::beattyrt@mail.uc.edu::d1d09ccf-15e5-4a9f-9b05-f9566265ef7e" providerId="AD" clId="Web-{55464D30-A9FA-DDC0-7D3A-219F2CFB27C3}" dt="2026-03-24T03:26:40.833" v="1245" actId="1076"/>
        <pc:sldMkLst>
          <pc:docMk/>
          <pc:sldMk cId="3138578597" sldId="275"/>
        </pc:sldMkLst>
        <pc:spChg chg="mod">
          <ac:chgData name="Beatty, Robert (beattyrt)" userId="S::beattyrt@mail.uc.edu::d1d09ccf-15e5-4a9f-9b05-f9566265ef7e" providerId="AD" clId="Web-{55464D30-A9FA-DDC0-7D3A-219F2CFB27C3}" dt="2026-03-24T02:58:02.207" v="599" actId="14100"/>
          <ac:spMkLst>
            <pc:docMk/>
            <pc:sldMk cId="3138578597" sldId="275"/>
            <ac:spMk id="15" creationId="{DD01BB7E-057C-2D78-65B5-A7E2D1CC53E8}"/>
          </ac:spMkLst>
        </pc:spChg>
        <pc:picChg chg="del">
          <ac:chgData name="Beatty, Robert (beattyrt)" userId="S::beattyrt@mail.uc.edu::d1d09ccf-15e5-4a9f-9b05-f9566265ef7e" providerId="AD" clId="Web-{55464D30-A9FA-DDC0-7D3A-219F2CFB27C3}" dt="2026-03-24T02:24:18.917" v="180"/>
          <ac:picMkLst>
            <pc:docMk/>
            <pc:sldMk cId="3138578597" sldId="275"/>
            <ac:picMk id="9" creationId="{4C970CFE-D9A2-3671-7785-2D3B660F67FE}"/>
          </ac:picMkLst>
        </pc:picChg>
        <pc:picChg chg="mod">
          <ac:chgData name="Beatty, Robert (beattyrt)" userId="S::beattyrt@mail.uc.edu::d1d09ccf-15e5-4a9f-9b05-f9566265ef7e" providerId="AD" clId="Web-{55464D30-A9FA-DDC0-7D3A-219F2CFB27C3}" dt="2026-03-24T03:26:40.833" v="1245" actId="1076"/>
          <ac:picMkLst>
            <pc:docMk/>
            <pc:sldMk cId="3138578597" sldId="275"/>
            <ac:picMk id="10" creationId="{01BD2500-8208-8804-C094-72262279F34F}"/>
          </ac:picMkLst>
        </pc:picChg>
      </pc:sldChg>
      <pc:sldChg chg="add replId">
        <pc:chgData name="Beatty, Robert (beattyrt)" userId="S::beattyrt@mail.uc.edu::d1d09ccf-15e5-4a9f-9b05-f9566265ef7e" providerId="AD" clId="Web-{55464D30-A9FA-DDC0-7D3A-219F2CFB27C3}" dt="2026-03-24T03:14:06.064" v="822"/>
        <pc:sldMkLst>
          <pc:docMk/>
          <pc:sldMk cId="2453269945" sldId="276"/>
        </pc:sldMkLst>
      </pc:sldChg>
      <pc:sldChg chg="modSp">
        <pc:chgData name="Beatty, Robert (beattyrt)" userId="S::beattyrt@mail.uc.edu::d1d09ccf-15e5-4a9f-9b05-f9566265ef7e" providerId="AD" clId="Web-{55464D30-A9FA-DDC0-7D3A-219F2CFB27C3}" dt="2026-03-24T14:55:47.594" v="1479" actId="20577"/>
        <pc:sldMkLst>
          <pc:docMk/>
          <pc:sldMk cId="1967052477" sldId="278"/>
        </pc:sldMkLst>
        <pc:spChg chg="mod">
          <ac:chgData name="Beatty, Robert (beattyrt)" userId="S::beattyrt@mail.uc.edu::d1d09ccf-15e5-4a9f-9b05-f9566265ef7e" providerId="AD" clId="Web-{55464D30-A9FA-DDC0-7D3A-219F2CFB27C3}" dt="2026-03-24T14:55:47.594" v="1479" actId="20577"/>
          <ac:spMkLst>
            <pc:docMk/>
            <pc:sldMk cId="1967052477" sldId="278"/>
            <ac:spMk id="15" creationId="{EC72EF9D-49C1-DF71-E432-0222F6BC2AFF}"/>
          </ac:spMkLst>
        </pc:spChg>
      </pc:sldChg>
      <pc:sldChg chg="addSp delSp modSp add del replId">
        <pc:chgData name="Beatty, Robert (beattyrt)" userId="S::beattyrt@mail.uc.edu::d1d09ccf-15e5-4a9f-9b05-f9566265ef7e" providerId="AD" clId="Web-{55464D30-A9FA-DDC0-7D3A-219F2CFB27C3}" dt="2026-03-24T15:23:31.426" v="1560"/>
        <pc:sldMkLst>
          <pc:docMk/>
          <pc:sldMk cId="4097829320" sldId="279"/>
        </pc:sldMkLst>
        <pc:spChg chg="add">
          <ac:chgData name="Beatty, Robert (beattyrt)" userId="S::beattyrt@mail.uc.edu::d1d09ccf-15e5-4a9f-9b05-f9566265ef7e" providerId="AD" clId="Web-{55464D30-A9FA-DDC0-7D3A-219F2CFB27C3}" dt="2026-03-24T15:23:31.426" v="1560"/>
          <ac:spMkLst>
            <pc:docMk/>
            <pc:sldMk cId="4097829320" sldId="279"/>
            <ac:spMk id="10" creationId="{64484D07-109E-04D9-9578-875E9ACD1FC6}"/>
          </ac:spMkLst>
        </pc:spChg>
        <pc:spChg chg="del">
          <ac:chgData name="Beatty, Robert (beattyrt)" userId="S::beattyrt@mail.uc.edu::d1d09ccf-15e5-4a9f-9b05-f9566265ef7e" providerId="AD" clId="Web-{55464D30-A9FA-DDC0-7D3A-219F2CFB27C3}" dt="2026-03-24T15:23:30.661" v="1559"/>
          <ac:spMkLst>
            <pc:docMk/>
            <pc:sldMk cId="4097829320" sldId="279"/>
            <ac:spMk id="15" creationId="{BE0B71B3-E952-5571-5F3C-BC777ED409CD}"/>
          </ac:spMkLst>
        </pc:spChg>
        <pc:picChg chg="del">
          <ac:chgData name="Beatty, Robert (beattyrt)" userId="S::beattyrt@mail.uc.edu::d1d09ccf-15e5-4a9f-9b05-f9566265ef7e" providerId="AD" clId="Web-{55464D30-A9FA-DDC0-7D3A-219F2CFB27C3}" dt="2026-03-24T03:25:36.535" v="1235"/>
          <ac:picMkLst>
            <pc:docMk/>
            <pc:sldMk cId="4097829320" sldId="279"/>
            <ac:picMk id="8" creationId="{2B0DCEF5-AF25-A1B8-3867-E19F50BD4C31}"/>
          </ac:picMkLst>
        </pc:picChg>
        <pc:picChg chg="add mod">
          <ac:chgData name="Beatty, Robert (beattyrt)" userId="S::beattyrt@mail.uc.edu::d1d09ccf-15e5-4a9f-9b05-f9566265ef7e" providerId="AD" clId="Web-{55464D30-A9FA-DDC0-7D3A-219F2CFB27C3}" dt="2026-03-24T03:26:10.770" v="1241" actId="1076"/>
          <ac:picMkLst>
            <pc:docMk/>
            <pc:sldMk cId="4097829320" sldId="279"/>
            <ac:picMk id="9" creationId="{1B137228-AB79-B295-BA4E-85509563A809}"/>
          </ac:picMkLst>
        </pc:picChg>
      </pc:sldChg>
    </pc:docChg>
  </pc:docChgLst>
  <pc:docChgLst>
    <pc:chgData name="Bali, Anirudh (baliad)" userId="S::baliad@mail.uc.edu::05a280a6-ebac-45a5-a48e-78750a08e1e8" providerId="AD" clId="Web-{2A4E536F-4F20-B4C3-28B0-3A0E6D07510E}"/>
    <pc:docChg chg="modSld">
      <pc:chgData name="Bali, Anirudh (baliad)" userId="S::baliad@mail.uc.edu::05a280a6-ebac-45a5-a48e-78750a08e1e8" providerId="AD" clId="Web-{2A4E536F-4F20-B4C3-28B0-3A0E6D07510E}" dt="2026-03-25T00:06:37.279" v="163" actId="20577"/>
      <pc:docMkLst>
        <pc:docMk/>
      </pc:docMkLst>
      <pc:sldChg chg="modSp">
        <pc:chgData name="Bali, Anirudh (baliad)" userId="S::baliad@mail.uc.edu::05a280a6-ebac-45a5-a48e-78750a08e1e8" providerId="AD" clId="Web-{2A4E536F-4F20-B4C3-28B0-3A0E6D07510E}" dt="2026-03-25T00:06:37.279" v="163" actId="20577"/>
        <pc:sldMkLst>
          <pc:docMk/>
          <pc:sldMk cId="3768849568" sldId="268"/>
        </pc:sldMkLst>
        <pc:spChg chg="mod">
          <ac:chgData name="Bali, Anirudh (baliad)" userId="S::baliad@mail.uc.edu::05a280a6-ebac-45a5-a48e-78750a08e1e8" providerId="AD" clId="Web-{2A4E536F-4F20-B4C3-28B0-3A0E6D07510E}" dt="2026-03-25T00:06:37.279" v="163" actId="20577"/>
          <ac:spMkLst>
            <pc:docMk/>
            <pc:sldMk cId="3768849568" sldId="268"/>
            <ac:spMk id="8" creationId="{9D1DBB5F-EE49-C608-A23A-4A4406ADF166}"/>
          </ac:spMkLst>
        </pc:spChg>
      </pc:sldChg>
    </pc:docChg>
  </pc:docChgLst>
  <pc:docChgLst>
    <pc:chgData name="Bali, Anirudh (baliad)" userId="05a280a6-ebac-45a5-a48e-78750a08e1e8" providerId="ADAL" clId="{78C4BAED-1B8E-49BD-A254-EF612C215E20}"/>
    <pc:docChg chg="undo custSel addSld delSld modSld sldOrd">
      <pc:chgData name="Bali, Anirudh (baliad)" userId="05a280a6-ebac-45a5-a48e-78750a08e1e8" providerId="ADAL" clId="{78C4BAED-1B8E-49BD-A254-EF612C215E20}" dt="2026-03-24T23:50:53.441" v="4566" actId="2711"/>
      <pc:docMkLst>
        <pc:docMk/>
      </pc:docMkLst>
      <pc:sldChg chg="addSp delSp modSp mod">
        <pc:chgData name="Bali, Anirudh (baliad)" userId="05a280a6-ebac-45a5-a48e-78750a08e1e8" providerId="ADAL" clId="{78C4BAED-1B8E-49BD-A254-EF612C215E20}" dt="2026-03-24T05:00:24.458" v="2205" actId="1076"/>
        <pc:sldMkLst>
          <pc:docMk/>
          <pc:sldMk cId="3980737330" sldId="259"/>
        </pc:sldMkLst>
        <pc:spChg chg="mod">
          <ac:chgData name="Bali, Anirudh (baliad)" userId="05a280a6-ebac-45a5-a48e-78750a08e1e8" providerId="ADAL" clId="{78C4BAED-1B8E-49BD-A254-EF612C215E20}" dt="2026-03-24T03:28:50.174" v="386" actId="20577"/>
          <ac:spMkLst>
            <pc:docMk/>
            <pc:sldMk cId="3980737330" sldId="259"/>
            <ac:spMk id="2" creationId="{4FBD9E05-65F6-FFA8-A061-1C568B28A9DE}"/>
          </ac:spMkLst>
        </pc:spChg>
        <pc:spChg chg="mod">
          <ac:chgData name="Bali, Anirudh (baliad)" userId="05a280a6-ebac-45a5-a48e-78750a08e1e8" providerId="ADAL" clId="{78C4BAED-1B8E-49BD-A254-EF612C215E20}" dt="2026-03-24T04:33:36.985" v="435" actId="1076"/>
          <ac:spMkLst>
            <pc:docMk/>
            <pc:sldMk cId="3980737330" sldId="259"/>
            <ac:spMk id="3" creationId="{D29F6E9C-3BB1-876B-676A-A13ABCE309F6}"/>
          </ac:spMkLst>
        </pc:spChg>
        <pc:spChg chg="mod">
          <ac:chgData name="Bali, Anirudh (baliad)" userId="05a280a6-ebac-45a5-a48e-78750a08e1e8" providerId="ADAL" clId="{78C4BAED-1B8E-49BD-A254-EF612C215E20}" dt="2026-03-24T05:00:07.080" v="2202" actId="14100"/>
          <ac:spMkLst>
            <pc:docMk/>
            <pc:sldMk cId="3980737330" sldId="259"/>
            <ac:spMk id="15" creationId="{1A1776AF-A9B0-2B2D-327B-5DA5A3529BE6}"/>
          </ac:spMkLst>
        </pc:spChg>
        <pc:picChg chg="add mod">
          <ac:chgData name="Bali, Anirudh (baliad)" userId="05a280a6-ebac-45a5-a48e-78750a08e1e8" providerId="ADAL" clId="{78C4BAED-1B8E-49BD-A254-EF612C215E20}" dt="2026-03-24T05:00:24.458" v="2205" actId="1076"/>
          <ac:picMkLst>
            <pc:docMk/>
            <pc:sldMk cId="3980737330" sldId="259"/>
            <ac:picMk id="9" creationId="{D1C15738-9321-34EB-8950-ED9AD8229EEF}"/>
          </ac:picMkLst>
        </pc:picChg>
        <pc:picChg chg="add del mod">
          <ac:chgData name="Bali, Anirudh (baliad)" userId="05a280a6-ebac-45a5-a48e-78750a08e1e8" providerId="ADAL" clId="{78C4BAED-1B8E-49BD-A254-EF612C215E20}" dt="2026-03-24T04:35:13.922" v="443" actId="478"/>
          <ac:picMkLst>
            <pc:docMk/>
            <pc:sldMk cId="3980737330" sldId="259"/>
            <ac:picMk id="1026" creationId="{DBABD6D3-13A5-1833-8227-A46DB19B37EE}"/>
          </ac:picMkLst>
        </pc:picChg>
      </pc:sldChg>
      <pc:sldChg chg="modSp mod">
        <pc:chgData name="Bali, Anirudh (baliad)" userId="05a280a6-ebac-45a5-a48e-78750a08e1e8" providerId="ADAL" clId="{78C4BAED-1B8E-49BD-A254-EF612C215E20}" dt="2026-03-24T23:50:53.441" v="4566" actId="2711"/>
        <pc:sldMkLst>
          <pc:docMk/>
          <pc:sldMk cId="3768849568" sldId="268"/>
        </pc:sldMkLst>
        <pc:spChg chg="mod">
          <ac:chgData name="Bali, Anirudh (baliad)" userId="05a280a6-ebac-45a5-a48e-78750a08e1e8" providerId="ADAL" clId="{78C4BAED-1B8E-49BD-A254-EF612C215E20}" dt="2026-03-24T23:50:53.441" v="4566" actId="2711"/>
          <ac:spMkLst>
            <pc:docMk/>
            <pc:sldMk cId="3768849568" sldId="268"/>
            <ac:spMk id="8" creationId="{9D1DBB5F-EE49-C608-A23A-4A4406ADF166}"/>
          </ac:spMkLst>
        </pc:spChg>
      </pc:sldChg>
      <pc:sldChg chg="modSp mod">
        <pc:chgData name="Bali, Anirudh (baliad)" userId="05a280a6-ebac-45a5-a48e-78750a08e1e8" providerId="ADAL" clId="{78C4BAED-1B8E-49BD-A254-EF612C215E20}" dt="2026-03-24T05:19:09.603" v="2245" actId="20577"/>
        <pc:sldMkLst>
          <pc:docMk/>
          <pc:sldMk cId="3210118055" sldId="271"/>
        </pc:sldMkLst>
        <pc:spChg chg="mod">
          <ac:chgData name="Bali, Anirudh (baliad)" userId="05a280a6-ebac-45a5-a48e-78750a08e1e8" providerId="ADAL" clId="{78C4BAED-1B8E-49BD-A254-EF612C215E20}" dt="2026-03-24T05:19:09.603" v="2245" actId="20577"/>
          <ac:spMkLst>
            <pc:docMk/>
            <pc:sldMk cId="3210118055" sldId="271"/>
            <ac:spMk id="2" creationId="{0E9D3B4E-D480-0489-0824-E12785E3FB21}"/>
          </ac:spMkLst>
        </pc:spChg>
      </pc:sldChg>
      <pc:sldChg chg="del">
        <pc:chgData name="Bali, Anirudh (baliad)" userId="05a280a6-ebac-45a5-a48e-78750a08e1e8" providerId="ADAL" clId="{78C4BAED-1B8E-49BD-A254-EF612C215E20}" dt="2026-03-24T12:25:50.114" v="2608" actId="2696"/>
        <pc:sldMkLst>
          <pc:docMk/>
          <pc:sldMk cId="3819703598" sldId="273"/>
        </pc:sldMkLst>
      </pc:sldChg>
      <pc:sldChg chg="addSp delSp modSp mod ord">
        <pc:chgData name="Bali, Anirudh (baliad)" userId="05a280a6-ebac-45a5-a48e-78750a08e1e8" providerId="ADAL" clId="{78C4BAED-1B8E-49BD-A254-EF612C215E20}" dt="2026-03-24T13:34:59.595" v="2736" actId="20577"/>
        <pc:sldMkLst>
          <pc:docMk/>
          <pc:sldMk cId="2453269945" sldId="276"/>
        </pc:sldMkLst>
        <pc:spChg chg="mod">
          <ac:chgData name="Bali, Anirudh (baliad)" userId="05a280a6-ebac-45a5-a48e-78750a08e1e8" providerId="ADAL" clId="{78C4BAED-1B8E-49BD-A254-EF612C215E20}" dt="2026-03-24T13:34:59.595" v="2736" actId="20577"/>
          <ac:spMkLst>
            <pc:docMk/>
            <pc:sldMk cId="2453269945" sldId="276"/>
            <ac:spMk id="2" creationId="{CD4BC09C-F4B1-B29A-48F6-70DB5E12118A}"/>
          </ac:spMkLst>
        </pc:spChg>
        <pc:spChg chg="del">
          <ac:chgData name="Bali, Anirudh (baliad)" userId="05a280a6-ebac-45a5-a48e-78750a08e1e8" providerId="ADAL" clId="{78C4BAED-1B8E-49BD-A254-EF612C215E20}" dt="2026-03-24T09:53:38.354" v="2344" actId="478"/>
          <ac:spMkLst>
            <pc:docMk/>
            <pc:sldMk cId="2453269945" sldId="276"/>
            <ac:spMk id="15" creationId="{33C837E9-2FA5-075D-75AF-8FE8F03C2693}"/>
          </ac:spMkLst>
        </pc:spChg>
        <pc:picChg chg="add mod ord modCrop">
          <ac:chgData name="Bali, Anirudh (baliad)" userId="05a280a6-ebac-45a5-a48e-78750a08e1e8" providerId="ADAL" clId="{78C4BAED-1B8E-49BD-A254-EF612C215E20}" dt="2026-03-24T10:47:37.354" v="2444" actId="1076"/>
          <ac:picMkLst>
            <pc:docMk/>
            <pc:sldMk cId="2453269945" sldId="276"/>
            <ac:picMk id="9" creationId="{415D3520-58B7-28C1-F81B-AD4F539DEDC0}"/>
          </ac:picMkLst>
        </pc:picChg>
        <pc:picChg chg="add del mod ord">
          <ac:chgData name="Bali, Anirudh (baliad)" userId="05a280a6-ebac-45a5-a48e-78750a08e1e8" providerId="ADAL" clId="{78C4BAED-1B8E-49BD-A254-EF612C215E20}" dt="2026-03-24T10:11:20.162" v="2363" actId="478"/>
          <ac:picMkLst>
            <pc:docMk/>
            <pc:sldMk cId="2453269945" sldId="276"/>
            <ac:picMk id="11" creationId="{AB81BB31-984D-3702-9756-4FF93701C2EB}"/>
          </ac:picMkLst>
        </pc:picChg>
        <pc:picChg chg="add mod ord">
          <ac:chgData name="Bali, Anirudh (baliad)" userId="05a280a6-ebac-45a5-a48e-78750a08e1e8" providerId="ADAL" clId="{78C4BAED-1B8E-49BD-A254-EF612C215E20}" dt="2026-03-24T11:56:41.407" v="2472" actId="1076"/>
          <ac:picMkLst>
            <pc:docMk/>
            <pc:sldMk cId="2453269945" sldId="276"/>
            <ac:picMk id="13" creationId="{F2AEFB34-7FB7-B133-971E-34C2AA7A21BC}"/>
          </ac:picMkLst>
        </pc:picChg>
      </pc:sldChg>
      <pc:sldChg chg="addSp delSp modSp add mod ord">
        <pc:chgData name="Bali, Anirudh (baliad)" userId="05a280a6-ebac-45a5-a48e-78750a08e1e8" providerId="ADAL" clId="{78C4BAED-1B8E-49BD-A254-EF612C215E20}" dt="2026-03-24T13:36:28.410" v="2785" actId="1076"/>
        <pc:sldMkLst>
          <pc:docMk/>
          <pc:sldMk cId="235381598" sldId="277"/>
        </pc:sldMkLst>
        <pc:spChg chg="del">
          <ac:chgData name="Bali, Anirudh (baliad)" userId="05a280a6-ebac-45a5-a48e-78750a08e1e8" providerId="ADAL" clId="{78C4BAED-1B8E-49BD-A254-EF612C215E20}" dt="2026-03-24T10:14:57.212" v="2393" actId="478"/>
          <ac:spMkLst>
            <pc:docMk/>
            <pc:sldMk cId="235381598" sldId="277"/>
            <ac:spMk id="2" creationId="{FE69C845-C189-7714-67ED-1D047EF3090B}"/>
          </ac:spMkLst>
        </pc:spChg>
        <pc:spChg chg="add del mod">
          <ac:chgData name="Bali, Anirudh (baliad)" userId="05a280a6-ebac-45a5-a48e-78750a08e1e8" providerId="ADAL" clId="{78C4BAED-1B8E-49BD-A254-EF612C215E20}" dt="2026-03-24T10:14:59.720" v="2395" actId="478"/>
          <ac:spMkLst>
            <pc:docMk/>
            <pc:sldMk cId="235381598" sldId="277"/>
            <ac:spMk id="9" creationId="{D6401B73-E107-451A-C95B-84CE84B1FF1E}"/>
          </ac:spMkLst>
        </pc:spChg>
        <pc:spChg chg="add mod">
          <ac:chgData name="Bali, Anirudh (baliad)" userId="05a280a6-ebac-45a5-a48e-78750a08e1e8" providerId="ADAL" clId="{78C4BAED-1B8E-49BD-A254-EF612C215E20}" dt="2026-03-24T13:35:10.221" v="2737" actId="20577"/>
          <ac:spMkLst>
            <pc:docMk/>
            <pc:sldMk cId="235381598" sldId="277"/>
            <ac:spMk id="10" creationId="{73399E4D-EA4B-BB94-E972-539D1E2772D4}"/>
          </ac:spMkLst>
        </pc:spChg>
        <pc:spChg chg="del">
          <ac:chgData name="Bali, Anirudh (baliad)" userId="05a280a6-ebac-45a5-a48e-78750a08e1e8" providerId="ADAL" clId="{78C4BAED-1B8E-49BD-A254-EF612C215E20}" dt="2026-03-24T10:15:02.186" v="2396" actId="478"/>
          <ac:spMkLst>
            <pc:docMk/>
            <pc:sldMk cId="235381598" sldId="277"/>
            <ac:spMk id="15" creationId="{906636F5-6EDE-4506-83A1-81A7C6C422BF}"/>
          </ac:spMkLst>
        </pc:spChg>
        <pc:spChg chg="add mod">
          <ac:chgData name="Bali, Anirudh (baliad)" userId="05a280a6-ebac-45a5-a48e-78750a08e1e8" providerId="ADAL" clId="{78C4BAED-1B8E-49BD-A254-EF612C215E20}" dt="2026-03-24T13:36:05.517" v="2766" actId="1076"/>
          <ac:spMkLst>
            <pc:docMk/>
            <pc:sldMk cId="235381598" sldId="277"/>
            <ac:spMk id="18" creationId="{89740CA0-0D7E-5284-BF09-070F9100242D}"/>
          </ac:spMkLst>
        </pc:spChg>
        <pc:spChg chg="add mod">
          <ac:chgData name="Bali, Anirudh (baliad)" userId="05a280a6-ebac-45a5-a48e-78750a08e1e8" providerId="ADAL" clId="{78C4BAED-1B8E-49BD-A254-EF612C215E20}" dt="2026-03-24T13:36:28.410" v="2785" actId="1076"/>
          <ac:spMkLst>
            <pc:docMk/>
            <pc:sldMk cId="235381598" sldId="277"/>
            <ac:spMk id="19" creationId="{7F0EBE1F-753F-3D36-AF9A-0570C5919298}"/>
          </ac:spMkLst>
        </pc:spChg>
        <pc:picChg chg="add del mod">
          <ac:chgData name="Bali, Anirudh (baliad)" userId="05a280a6-ebac-45a5-a48e-78750a08e1e8" providerId="ADAL" clId="{78C4BAED-1B8E-49BD-A254-EF612C215E20}" dt="2026-03-24T10:37:13.456" v="2398" actId="478"/>
          <ac:picMkLst>
            <pc:docMk/>
            <pc:sldMk cId="235381598" sldId="277"/>
            <ac:picMk id="12" creationId="{76230BC8-E711-8669-C1AD-063139FCEC77}"/>
          </ac:picMkLst>
        </pc:picChg>
        <pc:picChg chg="add del mod">
          <ac:chgData name="Bali, Anirudh (baliad)" userId="05a280a6-ebac-45a5-a48e-78750a08e1e8" providerId="ADAL" clId="{78C4BAED-1B8E-49BD-A254-EF612C215E20}" dt="2026-03-24T10:37:46.398" v="2404" actId="478"/>
          <ac:picMkLst>
            <pc:docMk/>
            <pc:sldMk cId="235381598" sldId="277"/>
            <ac:picMk id="14" creationId="{13CD2A82-E6F2-DC9B-413B-6A01CDD2FB1E}"/>
          </ac:picMkLst>
        </pc:picChg>
        <pc:picChg chg="add mod ord modCrop">
          <ac:chgData name="Bali, Anirudh (baliad)" userId="05a280a6-ebac-45a5-a48e-78750a08e1e8" providerId="ADAL" clId="{78C4BAED-1B8E-49BD-A254-EF612C215E20}" dt="2026-03-24T13:35:42.342" v="2757" actId="1076"/>
          <ac:picMkLst>
            <pc:docMk/>
            <pc:sldMk cId="235381598" sldId="277"/>
            <ac:picMk id="17" creationId="{1F61DD41-6BCF-0A78-D6F9-77CA5EEA93C7}"/>
          </ac:picMkLst>
        </pc:picChg>
      </pc:sldChg>
      <pc:sldChg chg="modSp add mod">
        <pc:chgData name="Bali, Anirudh (baliad)" userId="05a280a6-ebac-45a5-a48e-78750a08e1e8" providerId="ADAL" clId="{78C4BAED-1B8E-49BD-A254-EF612C215E20}" dt="2026-03-24T14:56:42.998" v="4543" actId="27636"/>
        <pc:sldMkLst>
          <pc:docMk/>
          <pc:sldMk cId="1967052477" sldId="278"/>
        </pc:sldMkLst>
        <pc:spChg chg="mod">
          <ac:chgData name="Bali, Anirudh (baliad)" userId="05a280a6-ebac-45a5-a48e-78750a08e1e8" providerId="ADAL" clId="{78C4BAED-1B8E-49BD-A254-EF612C215E20}" dt="2026-03-24T12:27:51.849" v="2653" actId="20577"/>
          <ac:spMkLst>
            <pc:docMk/>
            <pc:sldMk cId="1967052477" sldId="278"/>
            <ac:spMk id="2" creationId="{C5DB17F9-D4FC-63F9-C73E-B2ABEA7074DD}"/>
          </ac:spMkLst>
        </pc:spChg>
        <pc:spChg chg="mod">
          <ac:chgData name="Bali, Anirudh (baliad)" userId="05a280a6-ebac-45a5-a48e-78750a08e1e8" providerId="ADAL" clId="{78C4BAED-1B8E-49BD-A254-EF612C215E20}" dt="2026-03-24T14:56:42.998" v="4543" actId="27636"/>
          <ac:spMkLst>
            <pc:docMk/>
            <pc:sldMk cId="1967052477" sldId="278"/>
            <ac:spMk id="15" creationId="{EC72EF9D-49C1-DF71-E432-0222F6BC2AFF}"/>
          </ac:spMkLst>
        </pc:spChg>
      </pc:sldChg>
      <pc:sldChg chg="addSp delSp modSp add mod">
        <pc:chgData name="Bali, Anirudh (baliad)" userId="05a280a6-ebac-45a5-a48e-78750a08e1e8" providerId="ADAL" clId="{78C4BAED-1B8E-49BD-A254-EF612C215E20}" dt="2026-03-24T14:42:51.493" v="3148" actId="1076"/>
        <pc:sldMkLst>
          <pc:docMk/>
          <pc:sldMk cId="2048461041" sldId="280"/>
        </pc:sldMkLst>
        <pc:spChg chg="mod">
          <ac:chgData name="Bali, Anirudh (baliad)" userId="05a280a6-ebac-45a5-a48e-78750a08e1e8" providerId="ADAL" clId="{78C4BAED-1B8E-49BD-A254-EF612C215E20}" dt="2026-03-24T14:12:14.462" v="2799" actId="27636"/>
          <ac:spMkLst>
            <pc:docMk/>
            <pc:sldMk cId="2048461041" sldId="280"/>
            <ac:spMk id="2" creationId="{0CAAD90F-2466-B1C3-3B71-38FA055E8F9E}"/>
          </ac:spMkLst>
        </pc:spChg>
        <pc:spChg chg="add mod">
          <ac:chgData name="Bali, Anirudh (baliad)" userId="05a280a6-ebac-45a5-a48e-78750a08e1e8" providerId="ADAL" clId="{78C4BAED-1B8E-49BD-A254-EF612C215E20}" dt="2026-03-24T14:23:43.263" v="3038" actId="1076"/>
          <ac:spMkLst>
            <pc:docMk/>
            <pc:sldMk cId="2048461041" sldId="280"/>
            <ac:spMk id="10" creationId="{A18D3732-61E9-A0D2-0D97-253DB7494766}"/>
          </ac:spMkLst>
        </pc:spChg>
        <pc:spChg chg="add del mod">
          <ac:chgData name="Bali, Anirudh (baliad)" userId="05a280a6-ebac-45a5-a48e-78750a08e1e8" providerId="ADAL" clId="{78C4BAED-1B8E-49BD-A254-EF612C215E20}" dt="2026-03-24T14:17:03.859" v="3021" actId="478"/>
          <ac:spMkLst>
            <pc:docMk/>
            <pc:sldMk cId="2048461041" sldId="280"/>
            <ac:spMk id="11" creationId="{0DBEBA1D-CF81-2544-71C4-3EF75C03BC4B}"/>
          </ac:spMkLst>
        </pc:spChg>
        <pc:spChg chg="add mod">
          <ac:chgData name="Bali, Anirudh (baliad)" userId="05a280a6-ebac-45a5-a48e-78750a08e1e8" providerId="ADAL" clId="{78C4BAED-1B8E-49BD-A254-EF612C215E20}" dt="2026-03-24T14:23:37.971" v="3037" actId="1076"/>
          <ac:spMkLst>
            <pc:docMk/>
            <pc:sldMk cId="2048461041" sldId="280"/>
            <ac:spMk id="12" creationId="{359AB540-FFF2-1342-80A2-CCC6CF178897}"/>
          </ac:spMkLst>
        </pc:spChg>
        <pc:spChg chg="add mod">
          <ac:chgData name="Bali, Anirudh (baliad)" userId="05a280a6-ebac-45a5-a48e-78750a08e1e8" providerId="ADAL" clId="{78C4BAED-1B8E-49BD-A254-EF612C215E20}" dt="2026-03-24T14:23:33.654" v="3036" actId="1076"/>
          <ac:spMkLst>
            <pc:docMk/>
            <pc:sldMk cId="2048461041" sldId="280"/>
            <ac:spMk id="13" creationId="{D4BEE573-A7F7-F6C3-E29D-9D39FA2EA61C}"/>
          </ac:spMkLst>
        </pc:spChg>
        <pc:spChg chg="del">
          <ac:chgData name="Bali, Anirudh (baliad)" userId="05a280a6-ebac-45a5-a48e-78750a08e1e8" providerId="ADAL" clId="{78C4BAED-1B8E-49BD-A254-EF612C215E20}" dt="2026-03-24T12:21:39.917" v="2606" actId="478"/>
          <ac:spMkLst>
            <pc:docMk/>
            <pc:sldMk cId="2048461041" sldId="280"/>
            <ac:spMk id="15" creationId="{5A5374FD-8343-1624-11D0-93371E54E615}"/>
          </ac:spMkLst>
        </pc:spChg>
        <pc:spChg chg="add mod">
          <ac:chgData name="Bali, Anirudh (baliad)" userId="05a280a6-ebac-45a5-a48e-78750a08e1e8" providerId="ADAL" clId="{78C4BAED-1B8E-49BD-A254-EF612C215E20}" dt="2026-03-24T14:42:51.493" v="3148" actId="1076"/>
          <ac:spMkLst>
            <pc:docMk/>
            <pc:sldMk cId="2048461041" sldId="280"/>
            <ac:spMk id="19" creationId="{CC0686F4-596F-3BA0-B250-A5B14F4B2EA7}"/>
          </ac:spMkLst>
        </pc:spChg>
        <pc:picChg chg="add mod">
          <ac:chgData name="Bali, Anirudh (baliad)" userId="05a280a6-ebac-45a5-a48e-78750a08e1e8" providerId="ADAL" clId="{78C4BAED-1B8E-49BD-A254-EF612C215E20}" dt="2026-03-24T14:23:19.288" v="3032" actId="1076"/>
          <ac:picMkLst>
            <pc:docMk/>
            <pc:sldMk cId="2048461041" sldId="280"/>
            <ac:picMk id="9" creationId="{20F971F5-0CF5-FD0E-178B-68CB01D8B917}"/>
          </ac:picMkLst>
        </pc:picChg>
        <pc:picChg chg="add mod ord">
          <ac:chgData name="Bali, Anirudh (baliad)" userId="05a280a6-ebac-45a5-a48e-78750a08e1e8" providerId="ADAL" clId="{78C4BAED-1B8E-49BD-A254-EF612C215E20}" dt="2026-03-24T14:24:17.825" v="3045" actId="1076"/>
          <ac:picMkLst>
            <pc:docMk/>
            <pc:sldMk cId="2048461041" sldId="280"/>
            <ac:picMk id="16" creationId="{D4F8E382-DAEB-7F0D-AD8C-E08D247C1962}"/>
          </ac:picMkLst>
        </pc:picChg>
        <pc:picChg chg="add mod ord">
          <ac:chgData name="Bali, Anirudh (baliad)" userId="05a280a6-ebac-45a5-a48e-78750a08e1e8" providerId="ADAL" clId="{78C4BAED-1B8E-49BD-A254-EF612C215E20}" dt="2026-03-24T14:42:29.239" v="3144" actId="1076"/>
          <ac:picMkLst>
            <pc:docMk/>
            <pc:sldMk cId="2048461041" sldId="280"/>
            <ac:picMk id="18" creationId="{E63A74DE-B72C-8BEE-510F-A137B0043D61}"/>
          </ac:picMkLst>
        </pc:picChg>
      </pc:sldChg>
      <pc:sldChg chg="addSp delSp modSp add mod">
        <pc:chgData name="Bali, Anirudh (baliad)" userId="05a280a6-ebac-45a5-a48e-78750a08e1e8" providerId="ADAL" clId="{78C4BAED-1B8E-49BD-A254-EF612C215E20}" dt="2026-03-24T12:18:22.086" v="2578" actId="14826"/>
        <pc:sldMkLst>
          <pc:docMk/>
          <pc:sldMk cId="2401723741" sldId="281"/>
        </pc:sldMkLst>
        <pc:spChg chg="mod">
          <ac:chgData name="Bali, Anirudh (baliad)" userId="05a280a6-ebac-45a5-a48e-78750a08e1e8" providerId="ADAL" clId="{78C4BAED-1B8E-49BD-A254-EF612C215E20}" dt="2026-03-24T12:17:39.919" v="2577" actId="1076"/>
          <ac:spMkLst>
            <pc:docMk/>
            <pc:sldMk cId="2401723741" sldId="281"/>
            <ac:spMk id="2" creationId="{7D53AA3B-AE81-08D6-810C-E6A1BCAA6F56}"/>
          </ac:spMkLst>
        </pc:spChg>
        <pc:spChg chg="del">
          <ac:chgData name="Bali, Anirudh (baliad)" userId="05a280a6-ebac-45a5-a48e-78750a08e1e8" providerId="ADAL" clId="{78C4BAED-1B8E-49BD-A254-EF612C215E20}" dt="2026-03-24T12:09:32.827" v="2473" actId="478"/>
          <ac:spMkLst>
            <pc:docMk/>
            <pc:sldMk cId="2401723741" sldId="281"/>
            <ac:spMk id="15" creationId="{DBB29780-F80F-8A57-2BB7-BA31A870029B}"/>
          </ac:spMkLst>
        </pc:spChg>
        <pc:spChg chg="add del mod">
          <ac:chgData name="Bali, Anirudh (baliad)" userId="05a280a6-ebac-45a5-a48e-78750a08e1e8" providerId="ADAL" clId="{78C4BAED-1B8E-49BD-A254-EF612C215E20}" dt="2026-03-24T12:16:25.761" v="2549" actId="478"/>
          <ac:spMkLst>
            <pc:docMk/>
            <pc:sldMk cId="2401723741" sldId="281"/>
            <ac:spMk id="22" creationId="{9C719F95-8340-8CED-49AC-167BAA3DF80E}"/>
          </ac:spMkLst>
        </pc:spChg>
        <pc:spChg chg="add mod">
          <ac:chgData name="Bali, Anirudh (baliad)" userId="05a280a6-ebac-45a5-a48e-78750a08e1e8" providerId="ADAL" clId="{78C4BAED-1B8E-49BD-A254-EF612C215E20}" dt="2026-03-24T12:16:57.400" v="2562" actId="1076"/>
          <ac:spMkLst>
            <pc:docMk/>
            <pc:sldMk cId="2401723741" sldId="281"/>
            <ac:spMk id="23" creationId="{E896CA05-A3B0-2438-3C13-49320C902681}"/>
          </ac:spMkLst>
        </pc:spChg>
        <pc:picChg chg="add del mod ord modCrop">
          <ac:chgData name="Bali, Anirudh (baliad)" userId="05a280a6-ebac-45a5-a48e-78750a08e1e8" providerId="ADAL" clId="{78C4BAED-1B8E-49BD-A254-EF612C215E20}" dt="2026-03-24T12:10:18.757" v="2490" actId="478"/>
          <ac:picMkLst>
            <pc:docMk/>
            <pc:sldMk cId="2401723741" sldId="281"/>
            <ac:picMk id="9" creationId="{EDA5FDF4-7937-E149-7AE3-312E375BEA0E}"/>
          </ac:picMkLst>
        </pc:picChg>
        <pc:picChg chg="add del mod modCrop">
          <ac:chgData name="Bali, Anirudh (baliad)" userId="05a280a6-ebac-45a5-a48e-78750a08e1e8" providerId="ADAL" clId="{78C4BAED-1B8E-49BD-A254-EF612C215E20}" dt="2026-03-24T12:10:19.042" v="2491" actId="478"/>
          <ac:picMkLst>
            <pc:docMk/>
            <pc:sldMk cId="2401723741" sldId="281"/>
            <ac:picMk id="11" creationId="{DAC33698-C8BF-6E7C-65BD-CDB7E419A77B}"/>
          </ac:picMkLst>
        </pc:picChg>
        <pc:picChg chg="add mod ord">
          <ac:chgData name="Bali, Anirudh (baliad)" userId="05a280a6-ebac-45a5-a48e-78750a08e1e8" providerId="ADAL" clId="{78C4BAED-1B8E-49BD-A254-EF612C215E20}" dt="2026-03-24T12:15:12.318" v="2525" actId="1076"/>
          <ac:picMkLst>
            <pc:docMk/>
            <pc:sldMk cId="2401723741" sldId="281"/>
            <ac:picMk id="13" creationId="{0CE8E796-0E39-1A1A-30D2-E1B757D7450C}"/>
          </ac:picMkLst>
        </pc:picChg>
        <pc:picChg chg="add mod ord">
          <ac:chgData name="Bali, Anirudh (baliad)" userId="05a280a6-ebac-45a5-a48e-78750a08e1e8" providerId="ADAL" clId="{78C4BAED-1B8E-49BD-A254-EF612C215E20}" dt="2026-03-24T12:18:22.086" v="2578" actId="14826"/>
          <ac:picMkLst>
            <pc:docMk/>
            <pc:sldMk cId="2401723741" sldId="281"/>
            <ac:picMk id="16" creationId="{7EA39B08-639D-9A3F-5C8B-2329601BBDB1}"/>
          </ac:picMkLst>
        </pc:picChg>
        <pc:picChg chg="add mod modCrop">
          <ac:chgData name="Bali, Anirudh (baliad)" userId="05a280a6-ebac-45a5-a48e-78750a08e1e8" providerId="ADAL" clId="{78C4BAED-1B8E-49BD-A254-EF612C215E20}" dt="2026-03-24T12:15:33.959" v="2537" actId="1076"/>
          <ac:picMkLst>
            <pc:docMk/>
            <pc:sldMk cId="2401723741" sldId="281"/>
            <ac:picMk id="17" creationId="{384AB50C-EC4E-EE1A-7D71-96B5FEDC5C3B}"/>
          </ac:picMkLst>
        </pc:picChg>
        <pc:cxnChg chg="add mod">
          <ac:chgData name="Bali, Anirudh (baliad)" userId="05a280a6-ebac-45a5-a48e-78750a08e1e8" providerId="ADAL" clId="{78C4BAED-1B8E-49BD-A254-EF612C215E20}" dt="2026-03-24T12:15:55.414" v="2542" actId="1582"/>
          <ac:cxnSpMkLst>
            <pc:docMk/>
            <pc:sldMk cId="2401723741" sldId="281"/>
            <ac:cxnSpMk id="19" creationId="{040E2D0D-B989-B817-DCF4-72258314A2B9}"/>
          </ac:cxnSpMkLst>
        </pc:cxnChg>
      </pc:sldChg>
      <pc:sldChg chg="addSp delSp modSp add mod ord">
        <pc:chgData name="Bali, Anirudh (baliad)" userId="05a280a6-ebac-45a5-a48e-78750a08e1e8" providerId="ADAL" clId="{78C4BAED-1B8E-49BD-A254-EF612C215E20}" dt="2026-03-24T14:30:43.613" v="3110" actId="1076"/>
        <pc:sldMkLst>
          <pc:docMk/>
          <pc:sldMk cId="723754948" sldId="282"/>
        </pc:sldMkLst>
        <pc:spChg chg="mod">
          <ac:chgData name="Bali, Anirudh (baliad)" userId="05a280a6-ebac-45a5-a48e-78750a08e1e8" providerId="ADAL" clId="{78C4BAED-1B8E-49BD-A254-EF612C215E20}" dt="2026-03-24T14:29:07.352" v="3102" actId="242"/>
          <ac:spMkLst>
            <pc:docMk/>
            <pc:sldMk cId="723754948" sldId="282"/>
            <ac:spMk id="2" creationId="{A0C66C15-90C3-E867-D77C-7DF8D0D00837}"/>
          </ac:spMkLst>
        </pc:spChg>
        <pc:spChg chg="del">
          <ac:chgData name="Bali, Anirudh (baliad)" userId="05a280a6-ebac-45a5-a48e-78750a08e1e8" providerId="ADAL" clId="{78C4BAED-1B8E-49BD-A254-EF612C215E20}" dt="2026-03-24T14:28:47.372" v="3095" actId="478"/>
          <ac:spMkLst>
            <pc:docMk/>
            <pc:sldMk cId="723754948" sldId="282"/>
            <ac:spMk id="15" creationId="{D60AFFAC-F958-5E85-8848-888B5744DAC6}"/>
          </ac:spMkLst>
        </pc:spChg>
        <pc:picChg chg="add mod">
          <ac:chgData name="Bali, Anirudh (baliad)" userId="05a280a6-ebac-45a5-a48e-78750a08e1e8" providerId="ADAL" clId="{78C4BAED-1B8E-49BD-A254-EF612C215E20}" dt="2026-03-24T14:30:43.613" v="3110" actId="1076"/>
          <ac:picMkLst>
            <pc:docMk/>
            <pc:sldMk cId="723754948" sldId="282"/>
            <ac:picMk id="8" creationId="{C7794A8F-04CA-B6D0-700A-28A0179B25DD}"/>
          </ac:picMkLst>
        </pc:picChg>
      </pc:sldChg>
      <pc:sldChg chg="modSp add del mod ord">
        <pc:chgData name="Bali, Anirudh (baliad)" userId="05a280a6-ebac-45a5-a48e-78750a08e1e8" providerId="ADAL" clId="{78C4BAED-1B8E-49BD-A254-EF612C215E20}" dt="2026-03-24T10:54:18.286" v="2470" actId="2696"/>
        <pc:sldMkLst>
          <pc:docMk/>
          <pc:sldMk cId="4252542900" sldId="282"/>
        </pc:sldMkLst>
        <pc:spChg chg="mod">
          <ac:chgData name="Bali, Anirudh (baliad)" userId="05a280a6-ebac-45a5-a48e-78750a08e1e8" providerId="ADAL" clId="{78C4BAED-1B8E-49BD-A254-EF612C215E20}" dt="2026-03-24T10:54:03.596" v="2469" actId="20577"/>
          <ac:spMkLst>
            <pc:docMk/>
            <pc:sldMk cId="4252542900" sldId="282"/>
            <ac:spMk id="2" creationId="{F5E32AE8-7228-E6C6-DB70-C470848C7E86}"/>
          </ac:spMkLst>
        </pc:spChg>
      </pc:sldChg>
      <pc:sldChg chg="modSp add mod ord">
        <pc:chgData name="Bali, Anirudh (baliad)" userId="05a280a6-ebac-45a5-a48e-78750a08e1e8" providerId="ADAL" clId="{78C4BAED-1B8E-49BD-A254-EF612C215E20}" dt="2026-03-24T14:55:39.186" v="4448" actId="20577"/>
        <pc:sldMkLst>
          <pc:docMk/>
          <pc:sldMk cId="2830567965" sldId="283"/>
        </pc:sldMkLst>
        <pc:spChg chg="mod">
          <ac:chgData name="Bali, Anirudh (baliad)" userId="05a280a6-ebac-45a5-a48e-78750a08e1e8" providerId="ADAL" clId="{78C4BAED-1B8E-49BD-A254-EF612C215E20}" dt="2026-03-24T14:55:39.186" v="4448" actId="20577"/>
          <ac:spMkLst>
            <pc:docMk/>
            <pc:sldMk cId="2830567965" sldId="283"/>
            <ac:spMk id="2" creationId="{D0AAE41E-8E8C-A1CC-BDBE-3D2369419F57}"/>
          </ac:spMkLst>
        </pc:spChg>
        <pc:spChg chg="mod">
          <ac:chgData name="Bali, Anirudh (baliad)" userId="05a280a6-ebac-45a5-a48e-78750a08e1e8" providerId="ADAL" clId="{78C4BAED-1B8E-49BD-A254-EF612C215E20}" dt="2026-03-24T14:55:35.630" v="4435" actId="20577"/>
          <ac:spMkLst>
            <pc:docMk/>
            <pc:sldMk cId="2830567965" sldId="283"/>
            <ac:spMk id="15" creationId="{971E8659-4E5B-EF59-FDDC-97747EF07D5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615768-72B3-40C9-8549-93A9E9D376D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C2FA1-5872-482D-9D17-B6188703E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403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3FC3E-1B11-1E72-4193-FD813997F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705106-9C64-3439-19F0-54B7E446D2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27518-6B68-4152-EA95-935E1212F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9AE64-C4C3-49D8-9378-A92AF5CE6626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21CF1-9A12-417C-CC6E-19D603A6E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2A6ED-B5C8-B3E0-E027-A4CFC63B6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742E5-127A-4BEE-9C46-4C0CF5B3D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94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139FF-DCB6-F953-0E33-DD73478AD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2D56B-8D03-B3B3-D6D8-A5A055F7F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BFCD3-E360-1324-A9E7-A28DB8C02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B9A03-AD9B-4CFE-B56B-6C1FD87C4011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3B95B-84EE-8A54-0D6B-BE4587FF5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AE4CA-1218-3018-BCAF-260E6020F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742E5-127A-4BEE-9C46-4C0CF5B3D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62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B5D5-B206-EB33-54BD-7C866E500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EB584-E819-FCB8-1EC7-C79107EFB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64BF5-02C3-E493-572C-82D21708B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4185A-4D52-4CCF-A30F-923041103A6E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04C91-6DCA-9B68-8435-0FE02FBC7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174B9-779B-8F38-21AA-ABE50C112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742E5-127A-4BEE-9C46-4C0CF5B3D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626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A4926-85CD-A6DA-49B7-E43B7F1D5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89B0B-300A-545C-4540-3F09A13C3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E4BD40-C569-F06E-C22D-B5602654B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D82EC-7949-D603-4F4F-3562F644C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45E0-4FF0-4963-A3AB-970E711B9291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D15D0-59E0-7881-2B47-C7162935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34C50-6DE0-B9CB-010D-6A1A9BCB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742E5-127A-4BEE-9C46-4C0CF5B3D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013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B9CD4-8808-5121-694D-55CB5A151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B9F4F-D564-089D-2110-7B0FC562A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3B75B-F164-C130-EAF2-3BE80152E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79BB91-9C9E-D752-0B09-C3CD1CC1B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2254C5-092D-3E86-EA92-5D278A6397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B33E3E-AF5F-71FD-A0F9-A89887C3E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7B6B-BF27-4425-BC09-9D876ACCB793}" type="datetime1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726E43-763D-A4D5-66B2-478DE03AA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81B61B-5D93-2318-F1BE-699B30909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742E5-127A-4BEE-9C46-4C0CF5B3D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32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00D2-7DA5-2B5E-4C35-E4456FCEF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3B08AD-CFF8-BD28-ABB5-F2CE9B3DD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B13DD-1C3D-414C-BC6B-A9910D19788B}" type="datetime1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C4C42-7622-952F-A7D7-D74BE0F5F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AA4F80-16C4-97D8-DED8-0558A3525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742E5-127A-4BEE-9C46-4C0CF5B3D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467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F7CA24-E0E8-C27C-8BC3-28AFBA0C6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4044A-B347-455C-A842-FAF3772C01C4}" type="datetime1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4BD05C-3E57-6DF7-2EE9-5FA58D4CC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985ED-239A-CEF6-FE0F-06A650B67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742E5-127A-4BEE-9C46-4C0CF5B3D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020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740E-1FC4-CC53-9BDE-6A6836D55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BFE9F-D059-ADC6-C9AD-740C419E0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F1CF51-92A4-2C23-F8D7-0DEB4D8EAC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CECD9-9624-BC61-C701-2807BFDF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490C-195B-4B38-AF92-DFAC1F471892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7BB88-DB38-0F47-BF8A-CCFA9514F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8C28D-B852-8E01-0F9A-0EE1A9D81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742E5-127A-4BEE-9C46-4C0CF5B3D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355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4F5C6-5B4E-BD2E-4A45-AAEAD5E20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373FB0-3EB8-C307-2F73-4CFFE26F7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6D6BA-BE74-3AE9-0864-D06945379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2727E-6C13-3289-0FBB-3C02E1909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4EE74-90E4-4944-9C5F-F3CE0A3D602D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35F40C-65E9-1242-5157-73865EBFB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EE481-7010-A30C-EF5C-12DAE2EAE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742E5-127A-4BEE-9C46-4C0CF5B3D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60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BD0E-5618-A398-4C45-D28F9889F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9E0D4F-EEE6-281A-7A56-C5018CEBD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717C6-3660-49E8-40D2-079ECB83F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F492-8001-440A-B0ED-E75CFB606D57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F68F2-5727-CB4D-59B4-83721093A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B7056-B247-409D-CB48-65E5B445D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742E5-127A-4BEE-9C46-4C0CF5B3D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65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7E80D8-E2DC-CB61-E70E-1BE0B319C1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2D7771-5837-3A9D-A588-C4B57705A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6FABA-21B8-53F2-7D9A-3FA8E4111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44818-8929-44EA-BB30-6698CCEEB94D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5BBA1-FBCF-273C-8371-3FE81AF05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D432E-6ACA-0FFF-BD5B-2FC5DC71A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742E5-127A-4BEE-9C46-4C0CF5B3D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432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7DB71B-480D-653B-CF22-B96C4DE2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5D2FB-8FD1-A289-EBC2-46D96F0EB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A72CE-8F79-BE51-C5B5-A0CD99A1C4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DFB974-727F-4380-B583-0DF512473935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79708-20B3-6BAE-1688-8BE8D6D4FE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30E22-8DC0-D8EA-D14A-7C7FB8861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5742E5-127A-4BEE-9C46-4C0CF5B3D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99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table.com/#Propertie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02CF4-B879-980A-2A76-634500F733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Birchenall’s Correlation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A89E6-A472-6C19-590C-C31536E2F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6825"/>
            <a:ext cx="9144000" cy="266257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Anirudh Bali, Robert Beatty, Jay Patel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Mechanical and Materials Engineering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Cincinnati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03.23.2026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610158-2A53-0E0B-4F27-9CE8424DC93F}"/>
              </a:ext>
            </a:extLst>
          </p:cNvPr>
          <p:cNvSpPr/>
          <p:nvPr/>
        </p:nvSpPr>
        <p:spPr>
          <a:xfrm>
            <a:off x="230124" y="228600"/>
            <a:ext cx="11731752" cy="64008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056E5B-4E5F-DB9C-040A-70BD54A0A98C}"/>
              </a:ext>
            </a:extLst>
          </p:cNvPr>
          <p:cNvSpPr/>
          <p:nvPr/>
        </p:nvSpPr>
        <p:spPr>
          <a:xfrm>
            <a:off x="9728" y="0"/>
            <a:ext cx="1965960" cy="1527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university_of_cincinnati-logo — ALL IN Challenge">
            <a:extLst>
              <a:ext uri="{FF2B5EF4-FFF2-40B4-BE49-F238E27FC236}">
                <a16:creationId xmlns:a16="http://schemas.microsoft.com/office/drawing/2014/main" id="{191D2E6F-E405-ABFC-29AC-A7DDBDDD1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9" y="87354"/>
            <a:ext cx="1653315" cy="1439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181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EC1E1-7964-E83A-12C9-A18870A50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D9E05-65F6-FFA8-A061-1C568B28A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24" y="306421"/>
            <a:ext cx="10451792" cy="72437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&amp; Historical Background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9F6E9C-3BB1-876B-676A-A13ABCE309F6}"/>
              </a:ext>
            </a:extLst>
          </p:cNvPr>
          <p:cNvSpPr/>
          <p:nvPr/>
        </p:nvSpPr>
        <p:spPr>
          <a:xfrm>
            <a:off x="230124" y="228600"/>
            <a:ext cx="11731752" cy="64008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73C85-D7C9-7A3F-A319-F97BD4B30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8676" y="6264275"/>
            <a:ext cx="2743200" cy="365125"/>
          </a:xfrm>
        </p:spPr>
        <p:txBody>
          <a:bodyPr/>
          <a:lstStyle/>
          <a:p>
            <a:fld id="{575742E5-127A-4BEE-9C46-4C0CF5B3DD55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1AFFCA-688C-13EB-379A-CA4A6BDA9223}"/>
              </a:ext>
            </a:extLst>
          </p:cNvPr>
          <p:cNvGrpSpPr>
            <a:grpSpLocks noChangeAspect="1"/>
          </p:cNvGrpSpPr>
          <p:nvPr/>
        </p:nvGrpSpPr>
        <p:grpSpPr>
          <a:xfrm>
            <a:off x="10864494" y="0"/>
            <a:ext cx="1327505" cy="1031132"/>
            <a:chOff x="10226040" y="0"/>
            <a:chExt cx="1965960" cy="152704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54CE38D-51B9-2234-4853-38F742077115}"/>
                </a:ext>
              </a:extLst>
            </p:cNvPr>
            <p:cNvSpPr/>
            <p:nvPr/>
          </p:nvSpPr>
          <p:spPr>
            <a:xfrm>
              <a:off x="10226040" y="0"/>
              <a:ext cx="1965960" cy="1527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8" descr="university_of_cincinnati-logo — ALL IN Challenge">
              <a:extLst>
                <a:ext uri="{FF2B5EF4-FFF2-40B4-BE49-F238E27FC236}">
                  <a16:creationId xmlns:a16="http://schemas.microsoft.com/office/drawing/2014/main" id="{E2598EE3-9C15-BF97-7196-3423878B6B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2362" y="87354"/>
              <a:ext cx="1653315" cy="1439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1A1776AF-A9B0-2B2D-327B-5DA5A3529BE6}"/>
              </a:ext>
            </a:extLst>
          </p:cNvPr>
          <p:cNvSpPr txBox="1">
            <a:spLocks/>
          </p:cNvSpPr>
          <p:nvPr/>
        </p:nvSpPr>
        <p:spPr>
          <a:xfrm>
            <a:off x="468321" y="1200409"/>
            <a:ext cx="7925055" cy="53511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600"/>
              </a:spcBef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Birchenall’s Correlations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Diffusion – An Empirical Survey,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1951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marL="971550" lvl="1" indent="-514350">
              <a:spcBef>
                <a:spcPts val="600"/>
              </a:spcBef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 results of diffusion experiments</a:t>
            </a:r>
          </a:p>
          <a:p>
            <a:pPr marL="971550" lvl="1" indent="-514350">
              <a:spcBef>
                <a:spcPts val="600"/>
              </a:spcBef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qualitative correlations found in the data</a:t>
            </a:r>
          </a:p>
          <a:p>
            <a:pPr marL="971550" lvl="1" indent="-514350">
              <a:spcBef>
                <a:spcPts val="600"/>
              </a:spcBef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where additional data would be useful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 Trends Considered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structure dependence, (2) temperature dependence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(3) concentration dependence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Context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for a seminar on the movement of atoms held by the American Society of Metals (ASM) in 1950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to discuss the current understanding of diffusion mechanisms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Topics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(1) phenomenological description of diffusion, (2) mechanisms of diffusion, (3) methods for obtaining, analyzing, and presenting diffusion data, (4) analysis of diffusion data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Notable Participants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L.S. Darken, H.B. Huntington, C.E. Birchenall, R. F. Mehl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C15738-9321-34EB-8950-ED9AD8229E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456" y="1259394"/>
            <a:ext cx="3312340" cy="494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737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B6CF-4172-ACDD-F15A-4D22EAB71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2AEFB34-7FB7-B133-971E-34C2AA7A2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478" y="1361534"/>
            <a:ext cx="6398965" cy="457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5D3520-58B7-28C1-F81B-AD4F539DED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6"/>
          <a:stretch>
            <a:fillRect/>
          </a:stretch>
        </p:blipFill>
        <p:spPr>
          <a:xfrm>
            <a:off x="167841" y="1407254"/>
            <a:ext cx="5581921" cy="44805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4BC09C-F4B1-B29A-48F6-70DB5E121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24" y="306421"/>
            <a:ext cx="10451792" cy="72437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consider diffusion in α-Fe...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3AA2EE-85DA-1609-7138-6413A2B5D8BD}"/>
              </a:ext>
            </a:extLst>
          </p:cNvPr>
          <p:cNvSpPr/>
          <p:nvPr/>
        </p:nvSpPr>
        <p:spPr>
          <a:xfrm>
            <a:off x="230124" y="228600"/>
            <a:ext cx="11731752" cy="64008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5422C-0EAA-5B8A-FFE0-4E9E8E84B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8676" y="6264275"/>
            <a:ext cx="2743200" cy="365125"/>
          </a:xfrm>
        </p:spPr>
        <p:txBody>
          <a:bodyPr/>
          <a:lstStyle/>
          <a:p>
            <a:fld id="{575742E5-127A-4BEE-9C46-4C0CF5B3DD55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6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876DDA7-36E6-E1F9-0CDB-190A3B7ACA9B}"/>
              </a:ext>
            </a:extLst>
          </p:cNvPr>
          <p:cNvGrpSpPr>
            <a:grpSpLocks noChangeAspect="1"/>
          </p:cNvGrpSpPr>
          <p:nvPr/>
        </p:nvGrpSpPr>
        <p:grpSpPr>
          <a:xfrm>
            <a:off x="10864494" y="0"/>
            <a:ext cx="1327505" cy="1031132"/>
            <a:chOff x="10226040" y="0"/>
            <a:chExt cx="1965960" cy="152704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5299505-FCD1-3B76-559E-DFB47E5C340C}"/>
                </a:ext>
              </a:extLst>
            </p:cNvPr>
            <p:cNvSpPr/>
            <p:nvPr/>
          </p:nvSpPr>
          <p:spPr>
            <a:xfrm>
              <a:off x="10226040" y="0"/>
              <a:ext cx="1965960" cy="1527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8" descr="university_of_cincinnati-logo — ALL IN Challenge">
              <a:extLst>
                <a:ext uri="{FF2B5EF4-FFF2-40B4-BE49-F238E27FC236}">
                  <a16:creationId xmlns:a16="http://schemas.microsoft.com/office/drawing/2014/main" id="{95FAB6AB-E8FF-0284-70A2-67A2519DB1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2362" y="87354"/>
              <a:ext cx="1653315" cy="1439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53269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781EB-0A8F-A5AF-07B4-0BA6B06AE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F61DD41-6BCF-0A78-D6F9-77CA5EEA9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8" b="978"/>
          <a:stretch/>
        </p:blipFill>
        <p:spPr>
          <a:xfrm>
            <a:off x="1685056" y="972963"/>
            <a:ext cx="8821888" cy="557861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1F07011-B207-51BD-5A47-0BD2C1A9F99E}"/>
              </a:ext>
            </a:extLst>
          </p:cNvPr>
          <p:cNvSpPr/>
          <p:nvPr/>
        </p:nvSpPr>
        <p:spPr>
          <a:xfrm>
            <a:off x="230124" y="228600"/>
            <a:ext cx="11731752" cy="64008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9668D-6925-CB28-0AF8-A8A99EE8E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8676" y="6264275"/>
            <a:ext cx="2743200" cy="365125"/>
          </a:xfrm>
        </p:spPr>
        <p:txBody>
          <a:bodyPr/>
          <a:lstStyle/>
          <a:p>
            <a:fld id="{575742E5-127A-4BEE-9C46-4C0CF5B3DD55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16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715EE43-260F-EC66-C8BF-0F36FC77DD61}"/>
              </a:ext>
            </a:extLst>
          </p:cNvPr>
          <p:cNvGrpSpPr>
            <a:grpSpLocks noChangeAspect="1"/>
          </p:cNvGrpSpPr>
          <p:nvPr/>
        </p:nvGrpSpPr>
        <p:grpSpPr>
          <a:xfrm>
            <a:off x="10864494" y="0"/>
            <a:ext cx="1327505" cy="1031132"/>
            <a:chOff x="10226040" y="0"/>
            <a:chExt cx="1965960" cy="152704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3388CB-8165-0D4D-271B-CC5F57230381}"/>
                </a:ext>
              </a:extLst>
            </p:cNvPr>
            <p:cNvSpPr/>
            <p:nvPr/>
          </p:nvSpPr>
          <p:spPr>
            <a:xfrm>
              <a:off x="10226040" y="0"/>
              <a:ext cx="1965960" cy="1527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8" descr="university_of_cincinnati-logo — ALL IN Challenge">
              <a:extLst>
                <a:ext uri="{FF2B5EF4-FFF2-40B4-BE49-F238E27FC236}">
                  <a16:creationId xmlns:a16="http://schemas.microsoft.com/office/drawing/2014/main" id="{38DE310B-424A-8D5D-4241-4BB1F987B2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2362" y="87354"/>
              <a:ext cx="1653315" cy="1439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73399E4D-EA4B-BB94-E972-539D1E2772D4}"/>
              </a:ext>
            </a:extLst>
          </p:cNvPr>
          <p:cNvSpPr txBox="1">
            <a:spLocks/>
          </p:cNvSpPr>
          <p:nvPr/>
        </p:nvSpPr>
        <p:spPr>
          <a:xfrm>
            <a:off x="359924" y="306421"/>
            <a:ext cx="10451792" cy="724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in α-Fe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740CA0-0D7E-5284-BF09-070F9100242D}"/>
              </a:ext>
            </a:extLst>
          </p:cNvPr>
          <p:cNvSpPr/>
          <p:nvPr/>
        </p:nvSpPr>
        <p:spPr>
          <a:xfrm>
            <a:off x="6517532" y="2441643"/>
            <a:ext cx="212063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Interstitials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0EBE1F-753F-3D36-AF9A-0570C5919298}"/>
              </a:ext>
            </a:extLst>
          </p:cNvPr>
          <p:cNvSpPr/>
          <p:nvPr/>
        </p:nvSpPr>
        <p:spPr>
          <a:xfrm>
            <a:off x="3002604" y="4636851"/>
            <a:ext cx="212063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Substitutional</a:t>
            </a:r>
          </a:p>
        </p:txBody>
      </p:sp>
    </p:spTree>
    <p:extLst>
      <p:ext uri="{BB962C8B-B14F-4D97-AF65-F5344CB8AC3E}">
        <p14:creationId xmlns:p14="http://schemas.microsoft.com/office/powerpoint/2010/main" val="235381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B79D3-011B-D109-E37B-74B982CEF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EA39B08-639D-9A3F-5C8B-2329601BBD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55218" y="2139746"/>
            <a:ext cx="6168942" cy="44896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CE8E796-0E39-1A1A-30D2-E1B757D745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40" y="2139746"/>
            <a:ext cx="5922455" cy="44896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53AA3B-AE81-08D6-810C-E6A1BCAA6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477" y="228599"/>
            <a:ext cx="3531225" cy="1154728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Dependence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DB4A10-2E9D-E4BC-648C-608EA00702CA}"/>
              </a:ext>
            </a:extLst>
          </p:cNvPr>
          <p:cNvSpPr/>
          <p:nvPr/>
        </p:nvSpPr>
        <p:spPr>
          <a:xfrm>
            <a:off x="230124" y="228600"/>
            <a:ext cx="11731752" cy="64008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02BD4-13C3-6DFB-4838-A6AFA0209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8676" y="6264275"/>
            <a:ext cx="2743200" cy="365125"/>
          </a:xfrm>
        </p:spPr>
        <p:txBody>
          <a:bodyPr/>
          <a:lstStyle/>
          <a:p>
            <a:fld id="{575742E5-127A-4BEE-9C46-4C0CF5B3DD55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16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4AB2AB-0FCF-8104-6F80-CA44325C0081}"/>
              </a:ext>
            </a:extLst>
          </p:cNvPr>
          <p:cNvGrpSpPr>
            <a:grpSpLocks noChangeAspect="1"/>
          </p:cNvGrpSpPr>
          <p:nvPr/>
        </p:nvGrpSpPr>
        <p:grpSpPr>
          <a:xfrm>
            <a:off x="10864494" y="0"/>
            <a:ext cx="1327505" cy="1031132"/>
            <a:chOff x="10226040" y="0"/>
            <a:chExt cx="1965960" cy="152704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52063AF-426A-71A8-608B-2E6B544CB2AD}"/>
                </a:ext>
              </a:extLst>
            </p:cNvPr>
            <p:cNvSpPr/>
            <p:nvPr/>
          </p:nvSpPr>
          <p:spPr>
            <a:xfrm>
              <a:off x="10226040" y="0"/>
              <a:ext cx="1965960" cy="1527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8" descr="university_of_cincinnati-logo — ALL IN Challenge">
              <a:extLst>
                <a:ext uri="{FF2B5EF4-FFF2-40B4-BE49-F238E27FC236}">
                  <a16:creationId xmlns:a16="http://schemas.microsoft.com/office/drawing/2014/main" id="{108BE3D5-C7B5-5179-0BD9-9CAF881E2C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2362" y="87354"/>
              <a:ext cx="1653315" cy="1439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84AB50C-EC4E-EE1A-7D71-96B5FEDC5C3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265" b="9944"/>
          <a:stretch>
            <a:fillRect/>
          </a:stretch>
        </p:blipFill>
        <p:spPr>
          <a:xfrm>
            <a:off x="4346000" y="358901"/>
            <a:ext cx="3488590" cy="1878122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40E2D0D-B989-B817-DCF4-72258314A2B9}"/>
              </a:ext>
            </a:extLst>
          </p:cNvPr>
          <p:cNvCxnSpPr>
            <a:cxnSpLocks/>
          </p:cNvCxnSpPr>
          <p:nvPr/>
        </p:nvCxnSpPr>
        <p:spPr>
          <a:xfrm flipH="1">
            <a:off x="4688732" y="733912"/>
            <a:ext cx="2780516" cy="87055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896CA05-A3B0-2438-3C13-49320C902681}"/>
                  </a:ext>
                </a:extLst>
              </p:cNvPr>
              <p:cNvSpPr txBox="1"/>
              <p:nvPr/>
            </p:nvSpPr>
            <p:spPr>
              <a:xfrm>
                <a:off x="4804667" y="953743"/>
                <a:ext cx="6123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sz="2800" b="1" i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896CA05-A3B0-2438-3C13-49320C902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667" y="953743"/>
                <a:ext cx="612347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1723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0AD82-E40D-960C-1789-532D74DFB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63A74DE-B72C-8BEE-510F-A137B0043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29701" y="2366170"/>
            <a:ext cx="5733277" cy="43616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4F8E382-DAEB-7F0D-AD8C-E08D247C1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424" y="2336398"/>
            <a:ext cx="5733277" cy="4370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AAD90F-2466-B1C3-3B71-38FA055E8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24" y="306421"/>
            <a:ext cx="4659548" cy="1259732"/>
          </a:xfrm>
        </p:spPr>
        <p:txBody>
          <a:bodyPr anchor="t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Dependence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B873D1-E6DA-6551-F888-291D4CF802AA}"/>
              </a:ext>
            </a:extLst>
          </p:cNvPr>
          <p:cNvSpPr/>
          <p:nvPr/>
        </p:nvSpPr>
        <p:spPr>
          <a:xfrm>
            <a:off x="230124" y="228600"/>
            <a:ext cx="11731752" cy="64008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EE2A4-B3EF-3F27-E184-DE989B332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8676" y="6264275"/>
            <a:ext cx="2743200" cy="365125"/>
          </a:xfrm>
        </p:spPr>
        <p:txBody>
          <a:bodyPr/>
          <a:lstStyle/>
          <a:p>
            <a:fld id="{575742E5-127A-4BEE-9C46-4C0CF5B3DD55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16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20A656A-1756-FC80-074D-B2F4EFEEDAF7}"/>
              </a:ext>
            </a:extLst>
          </p:cNvPr>
          <p:cNvGrpSpPr>
            <a:grpSpLocks noChangeAspect="1"/>
          </p:cNvGrpSpPr>
          <p:nvPr/>
        </p:nvGrpSpPr>
        <p:grpSpPr>
          <a:xfrm>
            <a:off x="10864494" y="0"/>
            <a:ext cx="1327505" cy="1031132"/>
            <a:chOff x="10226040" y="0"/>
            <a:chExt cx="1965960" cy="152704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474FDEA-92A7-8AE6-948F-8FC2A0D30D80}"/>
                </a:ext>
              </a:extLst>
            </p:cNvPr>
            <p:cNvSpPr/>
            <p:nvPr/>
          </p:nvSpPr>
          <p:spPr>
            <a:xfrm>
              <a:off x="10226040" y="0"/>
              <a:ext cx="1965960" cy="1527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8" descr="university_of_cincinnati-logo — ALL IN Challenge">
              <a:extLst>
                <a:ext uri="{FF2B5EF4-FFF2-40B4-BE49-F238E27FC236}">
                  <a16:creationId xmlns:a16="http://schemas.microsoft.com/office/drawing/2014/main" id="{B7C3437E-27C0-03CB-445B-16FDE5762B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2362" y="87354"/>
              <a:ext cx="1653315" cy="1439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20F971F5-0CF5-FD0E-178B-68CB01D8B9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1114" y="410604"/>
            <a:ext cx="3740467" cy="21429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8D3732-61E9-A0D2-0D97-253DB7494766}"/>
                  </a:ext>
                </a:extLst>
              </p:cNvPr>
              <p:cNvSpPr txBox="1"/>
              <p:nvPr/>
            </p:nvSpPr>
            <p:spPr>
              <a:xfrm>
                <a:off x="8604522" y="1772619"/>
                <a:ext cx="1899494" cy="5670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𝑰𝒔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num>
                        <m:den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den>
                      </m:f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𝒄𝒐𝒏𝒔𝒕𝒂𝒏𝒕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8D3732-61E9-A0D2-0D97-253DB7494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4522" y="1772619"/>
                <a:ext cx="1899494" cy="5670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59AB540-FFF2-1342-80A2-CCC6CF178897}"/>
                  </a:ext>
                </a:extLst>
              </p:cNvPr>
              <p:cNvSpPr txBox="1"/>
              <p:nvPr/>
            </p:nvSpPr>
            <p:spPr>
              <a:xfrm>
                <a:off x="8504366" y="382424"/>
                <a:ext cx="2099806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𝑅𝑇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59AB540-FFF2-1342-80A2-CCC6CF178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4366" y="382424"/>
                <a:ext cx="2099806" cy="5186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4BEE573-A7F7-F6C3-E29D-9D39FA2EA61C}"/>
                  </a:ext>
                </a:extLst>
              </p:cNvPr>
              <p:cNvSpPr txBox="1"/>
              <p:nvPr/>
            </p:nvSpPr>
            <p:spPr>
              <a:xfrm>
                <a:off x="7992271" y="1083347"/>
                <a:ext cx="3123997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4BEE573-A7F7-F6C3-E29D-9D39FA2EA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2271" y="1083347"/>
                <a:ext cx="3123997" cy="6223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C0686F4-596F-3BA0-B250-A5B14F4B2EA7}"/>
                  </a:ext>
                </a:extLst>
              </p:cNvPr>
              <p:cNvSpPr txBox="1"/>
              <p:nvPr/>
            </p:nvSpPr>
            <p:spPr>
              <a:xfrm>
                <a:off x="6921281" y="5170251"/>
                <a:ext cx="1898468" cy="440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num>
                        <m:den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  <m:sSub>
                            <m:sSub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den>
                      </m:f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𝟏𝟕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𝟖𝟖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 ±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𝟐𝟎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C0686F4-596F-3BA0-B250-A5B14F4B2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281" y="5170251"/>
                <a:ext cx="1898468" cy="440955"/>
              </a:xfrm>
              <a:prstGeom prst="rect">
                <a:avLst/>
              </a:prstGeom>
              <a:blipFill>
                <a:blip r:embed="rId9"/>
                <a:stretch>
                  <a:fillRect l="-1923" t="-2778" r="-1603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8461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72410-6CF8-21A5-F58F-6F66EF79D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6C15-90C3-E867-D77C-7DF8D0D00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24" y="306421"/>
            <a:ext cx="3638144" cy="1327826"/>
          </a:xfrm>
        </p:spPr>
        <p:txBody>
          <a:bodyPr anchor="t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Dependence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BC5FD5-F16B-7631-47D7-DC93F1A9D5E2}"/>
              </a:ext>
            </a:extLst>
          </p:cNvPr>
          <p:cNvSpPr/>
          <p:nvPr/>
        </p:nvSpPr>
        <p:spPr>
          <a:xfrm>
            <a:off x="230124" y="228600"/>
            <a:ext cx="11731752" cy="64008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D1420-DABE-8136-6033-936752CBF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8676" y="6264275"/>
            <a:ext cx="2743200" cy="365125"/>
          </a:xfrm>
        </p:spPr>
        <p:txBody>
          <a:bodyPr/>
          <a:lstStyle/>
          <a:p>
            <a:fld id="{575742E5-127A-4BEE-9C46-4C0CF5B3DD55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16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3A7CA25-F726-05CE-7CDF-9B4D3E76A785}"/>
              </a:ext>
            </a:extLst>
          </p:cNvPr>
          <p:cNvGrpSpPr>
            <a:grpSpLocks noChangeAspect="1"/>
          </p:cNvGrpSpPr>
          <p:nvPr/>
        </p:nvGrpSpPr>
        <p:grpSpPr>
          <a:xfrm>
            <a:off x="10864494" y="0"/>
            <a:ext cx="1327505" cy="1031132"/>
            <a:chOff x="10226040" y="0"/>
            <a:chExt cx="1965960" cy="152704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C5B1A4C-7392-E85F-0404-94608F8EE393}"/>
                </a:ext>
              </a:extLst>
            </p:cNvPr>
            <p:cNvSpPr/>
            <p:nvPr/>
          </p:nvSpPr>
          <p:spPr>
            <a:xfrm>
              <a:off x="10226040" y="0"/>
              <a:ext cx="1965960" cy="1527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8" descr="university_of_cincinnati-logo — ALL IN Challenge">
              <a:extLst>
                <a:ext uri="{FF2B5EF4-FFF2-40B4-BE49-F238E27FC236}">
                  <a16:creationId xmlns:a16="http://schemas.microsoft.com/office/drawing/2014/main" id="{989AAE76-BD8B-1A2D-9F78-627E238182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2362" y="87354"/>
              <a:ext cx="1653315" cy="1439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7794A8F-04CA-B6D0-700A-28A0179B2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4676" y="352888"/>
            <a:ext cx="4822647" cy="615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754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F1923-AF29-63DA-900C-C3B047600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D3B4E-D480-0489-0824-E12785E3F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24" y="306421"/>
            <a:ext cx="10451792" cy="72437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/>
                <a:cs typeface="Times New Roman"/>
              </a:rPr>
              <a:t>Quantifying Birchenall’s Correlations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E9BE4A-562B-4C7D-FF53-0EFF0CEE68A7}"/>
              </a:ext>
            </a:extLst>
          </p:cNvPr>
          <p:cNvSpPr/>
          <p:nvPr/>
        </p:nvSpPr>
        <p:spPr>
          <a:xfrm>
            <a:off x="230124" y="228600"/>
            <a:ext cx="11731752" cy="64008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4DC52-AC53-7E16-EC79-82BD3D43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8676" y="6264275"/>
            <a:ext cx="2743200" cy="365125"/>
          </a:xfrm>
        </p:spPr>
        <p:txBody>
          <a:bodyPr/>
          <a:lstStyle/>
          <a:p>
            <a:fld id="{575742E5-127A-4BEE-9C46-4C0CF5B3DD55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16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0E02B8-CBB3-CFCC-817A-BFACC0AEF83F}"/>
              </a:ext>
            </a:extLst>
          </p:cNvPr>
          <p:cNvGrpSpPr>
            <a:grpSpLocks noChangeAspect="1"/>
          </p:cNvGrpSpPr>
          <p:nvPr/>
        </p:nvGrpSpPr>
        <p:grpSpPr>
          <a:xfrm>
            <a:off x="10864494" y="0"/>
            <a:ext cx="1327505" cy="1031132"/>
            <a:chOff x="10226040" y="0"/>
            <a:chExt cx="1965960" cy="152704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4DE3025-8B3A-C26A-4108-6262341DEBD7}"/>
                </a:ext>
              </a:extLst>
            </p:cNvPr>
            <p:cNvSpPr/>
            <p:nvPr/>
          </p:nvSpPr>
          <p:spPr>
            <a:xfrm>
              <a:off x="10226040" y="0"/>
              <a:ext cx="1965960" cy="1527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8" descr="university_of_cincinnati-logo — ALL IN Challenge">
              <a:extLst>
                <a:ext uri="{FF2B5EF4-FFF2-40B4-BE49-F238E27FC236}">
                  <a16:creationId xmlns:a16="http://schemas.microsoft.com/office/drawing/2014/main" id="{D699962A-581F-C603-B24E-D9087CA744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2362" y="87354"/>
              <a:ext cx="1653315" cy="1439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Picture 7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756FAB2E-DC17-C015-60DE-7A577D429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24" y="2505149"/>
            <a:ext cx="11833412" cy="43578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B7CA5E-0C73-64A4-F8F2-B417B4A11008}"/>
              </a:ext>
            </a:extLst>
          </p:cNvPr>
          <p:cNvSpPr txBox="1"/>
          <p:nvPr/>
        </p:nvSpPr>
        <p:spPr>
          <a:xfrm>
            <a:off x="363550" y="1038553"/>
            <a:ext cx="8518081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j-lt"/>
                <a:cs typeface="Times New Roman"/>
              </a:rPr>
              <a:t>The Vignes-Birchenall Correlation was simplified for this project, with some assumptions</a:t>
            </a:r>
            <a:endParaRPr lang="en-US"/>
          </a:p>
          <a:p>
            <a:pPr marL="742950" lvl="1" indent="-285750">
              <a:buFont typeface="Courier New"/>
              <a:buChar char="o"/>
            </a:pPr>
            <a:r>
              <a:rPr lang="en-US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α</a:t>
            </a:r>
            <a:r>
              <a:rPr lang="en-US">
                <a:latin typeface="Times New Roman"/>
                <a:ea typeface="+mj-lt"/>
                <a:cs typeface="Times New Roman"/>
              </a:rPr>
              <a:t> = 1 for all elements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latin typeface="Times New Roman"/>
                <a:ea typeface="+mj-lt"/>
                <a:cs typeface="Times New Roman"/>
              </a:rPr>
              <a:t>N</a:t>
            </a:r>
            <a:r>
              <a:rPr lang="en-US" baseline="-25000">
                <a:latin typeface="Times New Roman"/>
                <a:ea typeface="+mn-lt"/>
                <a:cs typeface="Times New Roman"/>
              </a:rPr>
              <a:t>A</a:t>
            </a:r>
            <a:r>
              <a:rPr lang="en-US">
                <a:latin typeface="Times New Roman"/>
                <a:ea typeface="+mn-lt"/>
                <a:cs typeface="Times New Roman"/>
              </a:rPr>
              <a:t>= 0 Dilute Solute Assumption</a:t>
            </a:r>
            <a:endParaRPr lang="en-US">
              <a:latin typeface="Times New Roman"/>
              <a:ea typeface="+mj-lt"/>
              <a:cs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>
                <a:latin typeface="Times New Roman"/>
                <a:ea typeface="+mn-lt"/>
                <a:cs typeface="Times New Roman"/>
              </a:rPr>
              <a:t>ΔTs is read at the dilute limit</a:t>
            </a:r>
            <a:endParaRPr lang="en-US">
              <a:latin typeface="Times New Roman"/>
              <a:ea typeface="+mj-lt"/>
              <a:cs typeface="Times New Roman"/>
            </a:endParaRPr>
          </a:p>
        </p:txBody>
      </p:sp>
      <p:pic>
        <p:nvPicPr>
          <p:cNvPr id="11" name="Picture 10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1E177009-B973-C0FB-35E6-7D6BFF842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7888" y="1598518"/>
            <a:ext cx="5407400" cy="108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118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D7E5F-9F7A-32E1-8AAB-3E0F68DCF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42358-1900-ACBE-E403-C19D0475C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24" y="306421"/>
            <a:ext cx="10451792" cy="724373"/>
          </a:xfrm>
        </p:spPr>
        <p:txBody>
          <a:bodyPr>
            <a:normAutofit/>
          </a:bodyPr>
          <a:lstStyle/>
          <a:p>
            <a:r>
              <a:rPr lang="en-US" sz="4000" b="1">
                <a:latin typeface="Times New Roman"/>
                <a:cs typeface="Times New Roman"/>
              </a:rPr>
              <a:t>Diffusion in </a:t>
            </a:r>
            <a:r>
              <a:rPr lang="en-US" sz="4000" b="1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α-</a:t>
            </a:r>
            <a:r>
              <a:rPr lang="en-US" sz="4000" b="1">
                <a:latin typeface="Times New Roman"/>
                <a:cs typeface="Times New Roman"/>
              </a:rPr>
              <a:t>Fe at 1100 °C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F385A6-942D-6A5C-0595-28D606C8A1FA}"/>
              </a:ext>
            </a:extLst>
          </p:cNvPr>
          <p:cNvSpPr/>
          <p:nvPr/>
        </p:nvSpPr>
        <p:spPr>
          <a:xfrm>
            <a:off x="230124" y="228600"/>
            <a:ext cx="11731752" cy="64008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4861A-CE15-937A-29D4-77451C4CE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8676" y="6264275"/>
            <a:ext cx="2743200" cy="365125"/>
          </a:xfrm>
        </p:spPr>
        <p:txBody>
          <a:bodyPr/>
          <a:lstStyle/>
          <a:p>
            <a:fld id="{575742E5-127A-4BEE-9C46-4C0CF5B3DD55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16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4E74472-36D6-0F28-4A52-DBA93DDED470}"/>
              </a:ext>
            </a:extLst>
          </p:cNvPr>
          <p:cNvGrpSpPr>
            <a:grpSpLocks noChangeAspect="1"/>
          </p:cNvGrpSpPr>
          <p:nvPr/>
        </p:nvGrpSpPr>
        <p:grpSpPr>
          <a:xfrm>
            <a:off x="10864494" y="0"/>
            <a:ext cx="1327505" cy="1031132"/>
            <a:chOff x="10226040" y="0"/>
            <a:chExt cx="1965960" cy="152704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42896B5-51EA-8F47-7662-733A9A2FDFBB}"/>
                </a:ext>
              </a:extLst>
            </p:cNvPr>
            <p:cNvSpPr/>
            <p:nvPr/>
          </p:nvSpPr>
          <p:spPr>
            <a:xfrm>
              <a:off x="10226040" y="0"/>
              <a:ext cx="1965960" cy="1527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8" descr="university_of_cincinnati-logo — ALL IN Challenge">
              <a:extLst>
                <a:ext uri="{FF2B5EF4-FFF2-40B4-BE49-F238E27FC236}">
                  <a16:creationId xmlns:a16="http://schemas.microsoft.com/office/drawing/2014/main" id="{5D46E5A0-02EA-D724-9960-E3AE0A48AB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2362" y="87354"/>
              <a:ext cx="1653315" cy="1439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5C1AE947-986F-E00B-0FCE-B51EAA397553}"/>
              </a:ext>
            </a:extLst>
          </p:cNvPr>
          <p:cNvSpPr txBox="1">
            <a:spLocks/>
          </p:cNvSpPr>
          <p:nvPr/>
        </p:nvSpPr>
        <p:spPr>
          <a:xfrm>
            <a:off x="356263" y="1032321"/>
            <a:ext cx="5024885" cy="54868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Fe is a prime example for the VB correlation</a:t>
            </a:r>
          </a:p>
          <a:p>
            <a:pPr marL="800100" lvl="1" indent="-342900">
              <a:lnSpc>
                <a:spcPct val="90000"/>
              </a:lnSpc>
              <a:spcBef>
                <a:spcPct val="0"/>
              </a:spcBef>
              <a:buFont typeface="Arial,Sans-Serif"/>
              <a:buChar char="•"/>
            </a:pPr>
            <a:r>
              <a:rPr lang="en-US" sz="2400">
                <a:latin typeface="Times New Roman"/>
                <a:cs typeface="Times New Roman"/>
              </a:rPr>
              <a:t>The crystal structure is much tighter, BCC, with an interstitial site 19 pm across</a:t>
            </a:r>
          </a:p>
          <a:p>
            <a:pPr marL="800100" lvl="1" indent="-342900">
              <a:lnSpc>
                <a:spcPct val="90000"/>
              </a:lnSpc>
              <a:spcBef>
                <a:spcPct val="0"/>
              </a:spcBef>
              <a:buFont typeface="Arial,Sans-Serif"/>
              <a:buChar char="•"/>
            </a:pPr>
            <a:r>
              <a:rPr lang="en-US" sz="2400">
                <a:latin typeface="Times New Roman"/>
                <a:cs typeface="Times New Roman"/>
              </a:rPr>
              <a:t>In Si, diamond cubic structure, with interstitial site 117 pm across</a:t>
            </a:r>
            <a:endParaRPr lang="en-US"/>
          </a:p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Oxygen is not a traditional interstitial</a:t>
            </a:r>
          </a:p>
          <a:p>
            <a:pPr marL="800100" lvl="1" indent="-342900">
              <a:lnSpc>
                <a:spcPct val="9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Very small (48 pm)</a:t>
            </a:r>
          </a:p>
          <a:p>
            <a:pPr marL="800100" lvl="1" indent="-342900">
              <a:lnSpc>
                <a:spcPct val="9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Strong affinity to ionically bond with Fe fundamentally changes local structure</a:t>
            </a:r>
          </a:p>
          <a:p>
            <a:pPr marL="800100" lvl="1" indent="-342900">
              <a:lnSpc>
                <a:spcPct val="9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Requires high activation energy to be dislodged</a:t>
            </a:r>
          </a:p>
          <a:p>
            <a:pPr marL="800100" lvl="1" indent="-342900">
              <a:lnSpc>
                <a:spcPct val="90000"/>
              </a:lnSpc>
              <a:spcBef>
                <a:spcPct val="0"/>
              </a:spcBef>
              <a:buFont typeface="Arial"/>
              <a:buChar char="•"/>
            </a:pPr>
            <a:endParaRPr lang="en-US" sz="2400">
              <a:latin typeface="Times New Roman"/>
              <a:cs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9C30DE-A006-F6E9-6DE7-CA9B9AA5A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295" y="1243852"/>
            <a:ext cx="6977351" cy="521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284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F6A23-A3B0-A2FB-73D5-82786BAC2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7E279-5490-31A5-BA72-A7A8FC14A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24" y="306421"/>
            <a:ext cx="10451792" cy="724373"/>
          </a:xfrm>
        </p:spPr>
        <p:txBody>
          <a:bodyPr>
            <a:normAutofit/>
          </a:bodyPr>
          <a:lstStyle/>
          <a:p>
            <a:r>
              <a:rPr lang="en-US" sz="4000" b="1">
                <a:latin typeface="Times New Roman"/>
                <a:cs typeface="Times New Roman"/>
              </a:rPr>
              <a:t>Diffusion in </a:t>
            </a:r>
            <a:r>
              <a:rPr lang="en-US" sz="4000" b="1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α-</a:t>
            </a:r>
            <a:r>
              <a:rPr lang="en-US" sz="4000" b="1">
                <a:latin typeface="Times New Roman"/>
                <a:cs typeface="Times New Roman"/>
              </a:rPr>
              <a:t>Fe at 1100 °C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8910C2-9F66-03C3-3D0E-009AF2C14B3F}"/>
              </a:ext>
            </a:extLst>
          </p:cNvPr>
          <p:cNvSpPr/>
          <p:nvPr/>
        </p:nvSpPr>
        <p:spPr>
          <a:xfrm>
            <a:off x="230124" y="228600"/>
            <a:ext cx="11731752" cy="64008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D9D59-69C5-A696-F60A-120F79AD2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8676" y="6264275"/>
            <a:ext cx="2743200" cy="365125"/>
          </a:xfrm>
        </p:spPr>
        <p:txBody>
          <a:bodyPr/>
          <a:lstStyle/>
          <a:p>
            <a:fld id="{575742E5-127A-4BEE-9C46-4C0CF5B3DD55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16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56F1B9-4259-AF53-68B0-EFE5F569D337}"/>
              </a:ext>
            </a:extLst>
          </p:cNvPr>
          <p:cNvGrpSpPr>
            <a:grpSpLocks noChangeAspect="1"/>
          </p:cNvGrpSpPr>
          <p:nvPr/>
        </p:nvGrpSpPr>
        <p:grpSpPr>
          <a:xfrm>
            <a:off x="10864494" y="0"/>
            <a:ext cx="1327505" cy="1031132"/>
            <a:chOff x="10226040" y="0"/>
            <a:chExt cx="1965960" cy="152704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339716B-62C2-CE20-F912-69AEE805D02D}"/>
                </a:ext>
              </a:extLst>
            </p:cNvPr>
            <p:cNvSpPr/>
            <p:nvPr/>
          </p:nvSpPr>
          <p:spPr>
            <a:xfrm>
              <a:off x="10226040" y="0"/>
              <a:ext cx="1965960" cy="1527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8" descr="university_of_cincinnati-logo — ALL IN Challenge">
              <a:extLst>
                <a:ext uri="{FF2B5EF4-FFF2-40B4-BE49-F238E27FC236}">
                  <a16:creationId xmlns:a16="http://schemas.microsoft.com/office/drawing/2014/main" id="{B910AAD0-1703-390A-81C0-5D6B176191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2362" y="87354"/>
              <a:ext cx="1653315" cy="1439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B137228-AB79-B295-BA4E-85509563A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734" y="1120587"/>
            <a:ext cx="6830561" cy="533400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4484D07-109E-04D9-9578-875E9ACD1FC6}"/>
              </a:ext>
            </a:extLst>
          </p:cNvPr>
          <p:cNvSpPr txBox="1">
            <a:spLocks/>
          </p:cNvSpPr>
          <p:nvPr/>
        </p:nvSpPr>
        <p:spPr>
          <a:xfrm>
            <a:off x="356263" y="1032321"/>
            <a:ext cx="5024885" cy="54868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Fe is a prime example for the VB correlation</a:t>
            </a:r>
          </a:p>
          <a:p>
            <a:pPr marL="800100" lvl="1" indent="-342900">
              <a:lnSpc>
                <a:spcPct val="90000"/>
              </a:lnSpc>
              <a:spcBef>
                <a:spcPct val="0"/>
              </a:spcBef>
              <a:buFont typeface="Arial,Sans-Serif"/>
              <a:buChar char="•"/>
            </a:pPr>
            <a:r>
              <a:rPr lang="en-US" sz="2400">
                <a:latin typeface="Times New Roman"/>
                <a:cs typeface="Times New Roman"/>
              </a:rPr>
              <a:t>The crystal structure is much tighter, BCC, with an interstitial site 19 pm across</a:t>
            </a:r>
          </a:p>
          <a:p>
            <a:pPr marL="800100" lvl="1" indent="-342900">
              <a:lnSpc>
                <a:spcPct val="90000"/>
              </a:lnSpc>
              <a:spcBef>
                <a:spcPct val="0"/>
              </a:spcBef>
              <a:buFont typeface="Arial,Sans-Serif"/>
              <a:buChar char="•"/>
            </a:pPr>
            <a:r>
              <a:rPr lang="en-US" sz="2400">
                <a:latin typeface="Times New Roman"/>
                <a:cs typeface="Times New Roman"/>
              </a:rPr>
              <a:t>In Si, diamond cubic structure, with interstitial site 117 pm across</a:t>
            </a:r>
            <a:endParaRPr lang="en-US"/>
          </a:p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Oxygen is not a traditional interstitial</a:t>
            </a:r>
          </a:p>
          <a:p>
            <a:pPr marL="800100" lvl="1" indent="-342900">
              <a:lnSpc>
                <a:spcPct val="9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Very small (48 pm)</a:t>
            </a:r>
          </a:p>
          <a:p>
            <a:pPr marL="800100" lvl="1" indent="-342900">
              <a:lnSpc>
                <a:spcPct val="9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Strong affinity to ionically bond with Fe fundamentally changes local structure</a:t>
            </a:r>
          </a:p>
          <a:p>
            <a:pPr marL="800100" lvl="1" indent="-342900">
              <a:lnSpc>
                <a:spcPct val="9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Requires high activation energy to be dislodged</a:t>
            </a:r>
          </a:p>
          <a:p>
            <a:pPr marL="800100" lvl="1" indent="-342900">
              <a:lnSpc>
                <a:spcPct val="90000"/>
              </a:lnSpc>
              <a:spcBef>
                <a:spcPct val="0"/>
              </a:spcBef>
              <a:buFont typeface="Arial"/>
              <a:buChar char="•"/>
            </a:pPr>
            <a:endParaRPr lang="en-US"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97829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BE858-F6C1-4526-067B-3D91EC4F3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4AB5A-7D8A-E7A7-FAED-B42997C00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24" y="306421"/>
            <a:ext cx="10451792" cy="724373"/>
          </a:xfrm>
        </p:spPr>
        <p:txBody>
          <a:bodyPr>
            <a:normAutofit/>
          </a:bodyPr>
          <a:lstStyle/>
          <a:p>
            <a:r>
              <a:rPr lang="en-US" sz="4000" b="1">
                <a:latin typeface="Times New Roman"/>
                <a:cs typeface="Times New Roman"/>
              </a:rPr>
              <a:t>Diffusion in Si at 1100 </a:t>
            </a:r>
            <a:r>
              <a:rPr lang="en-US" sz="4000" b="1">
                <a:latin typeface="Times New Roman"/>
                <a:ea typeface="+mj-lt"/>
                <a:cs typeface="Times New Roman"/>
              </a:rPr>
              <a:t>°C</a:t>
            </a:r>
            <a:endParaRPr lang="en-US" sz="4000" b="1">
              <a:latin typeface="Times New Roman"/>
              <a:cs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4F07AB-25E3-BD43-C715-3A34C174663C}"/>
              </a:ext>
            </a:extLst>
          </p:cNvPr>
          <p:cNvSpPr/>
          <p:nvPr/>
        </p:nvSpPr>
        <p:spPr>
          <a:xfrm>
            <a:off x="230124" y="228600"/>
            <a:ext cx="11731752" cy="64008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D3773-19BD-53C5-5260-C2E032884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8676" y="6264275"/>
            <a:ext cx="2743200" cy="365125"/>
          </a:xfrm>
        </p:spPr>
        <p:txBody>
          <a:bodyPr/>
          <a:lstStyle/>
          <a:p>
            <a:fld id="{575742E5-127A-4BEE-9C46-4C0CF5B3DD55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16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1A886DD-3B28-60B0-E4B9-A3BAA4D8AF70}"/>
              </a:ext>
            </a:extLst>
          </p:cNvPr>
          <p:cNvGrpSpPr>
            <a:grpSpLocks noChangeAspect="1"/>
          </p:cNvGrpSpPr>
          <p:nvPr/>
        </p:nvGrpSpPr>
        <p:grpSpPr>
          <a:xfrm>
            <a:off x="10864494" y="0"/>
            <a:ext cx="1327505" cy="1031132"/>
            <a:chOff x="10226040" y="0"/>
            <a:chExt cx="1965960" cy="152704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1126694-52BD-40A4-FAFF-53B2F9557566}"/>
                </a:ext>
              </a:extLst>
            </p:cNvPr>
            <p:cNvSpPr/>
            <p:nvPr/>
          </p:nvSpPr>
          <p:spPr>
            <a:xfrm>
              <a:off x="10226040" y="0"/>
              <a:ext cx="1965960" cy="1527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8" descr="university_of_cincinnati-logo — ALL IN Challenge">
              <a:extLst>
                <a:ext uri="{FF2B5EF4-FFF2-40B4-BE49-F238E27FC236}">
                  <a16:creationId xmlns:a16="http://schemas.microsoft.com/office/drawing/2014/main" id="{CCAF0F7D-32EB-0598-25BF-0CB610CBD7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2362" y="87354"/>
              <a:ext cx="1653315" cy="1439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E59E3B91-1E2F-435E-0C27-025222AD3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487" y="1199028"/>
            <a:ext cx="7156085" cy="534520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0DD985E-5A97-B653-852F-88C42EDF80C8}"/>
              </a:ext>
            </a:extLst>
          </p:cNvPr>
          <p:cNvSpPr txBox="1">
            <a:spLocks/>
          </p:cNvSpPr>
          <p:nvPr/>
        </p:nvSpPr>
        <p:spPr>
          <a:xfrm>
            <a:off x="468322" y="1200409"/>
            <a:ext cx="4587855" cy="52515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Group 13 elements like B and Al behave awkwardly</a:t>
            </a:r>
          </a:p>
          <a:p>
            <a:pPr marL="800100" lvl="1" indent="-342900">
              <a:lnSpc>
                <a:spcPct val="9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The extra valence electron means they are easily ejected from substitutional sites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They travel the crystal interstitially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Fe, Au, and other transition metals </a:t>
            </a:r>
          </a:p>
          <a:p>
            <a:pPr marL="800100" lvl="1" indent="-342900">
              <a:buFont typeface="Arial,Sans-Serif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Kickout Mechanism</a:t>
            </a:r>
          </a:p>
          <a:p>
            <a:pPr marL="800100" lvl="1" indent="-342900">
              <a:buFont typeface="Arial,Sans-Serif"/>
              <a:buChar char="•"/>
            </a:pPr>
            <a:r>
              <a:rPr lang="en-US" sz="2400">
                <a:latin typeface="Times New Roman"/>
                <a:cs typeface="Times New Roman"/>
              </a:rPr>
              <a:t>Equilibrium population at both interstitial and substitutional sites</a:t>
            </a:r>
            <a:endParaRPr lang="en-US" err="1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Both lead to poor VB agreement with real data</a:t>
            </a:r>
          </a:p>
          <a:p>
            <a:pPr marL="342900" indent="-342900">
              <a:buFont typeface="Arial"/>
              <a:buChar char="•"/>
            </a:pPr>
            <a:endParaRPr lang="en-US" sz="2400">
              <a:latin typeface="Times New Roman"/>
              <a:cs typeface="Times New Roman"/>
            </a:endParaRPr>
          </a:p>
          <a:p>
            <a:pPr lvl="1"/>
            <a:endParaRPr lang="en-US"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93675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27B15-8D4F-3F31-23FC-D6E06E90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335F2-7B58-0EE6-9D71-C23B48E38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24" y="306421"/>
            <a:ext cx="10451792" cy="724373"/>
          </a:xfrm>
        </p:spPr>
        <p:txBody>
          <a:bodyPr>
            <a:normAutofit/>
          </a:bodyPr>
          <a:lstStyle/>
          <a:p>
            <a:r>
              <a:rPr lang="en-US" sz="4000" b="1">
                <a:latin typeface="Times New Roman"/>
                <a:cs typeface="Times New Roman"/>
              </a:rPr>
              <a:t>Diffusion in Si at 1100 </a:t>
            </a:r>
            <a:r>
              <a:rPr lang="en-US" sz="4000" b="1">
                <a:latin typeface="Times New Roman"/>
                <a:ea typeface="+mj-lt"/>
                <a:cs typeface="Times New Roman"/>
              </a:rPr>
              <a:t>°C</a:t>
            </a:r>
            <a:endParaRPr lang="en-US" sz="4000" b="1">
              <a:latin typeface="Times New Roman"/>
              <a:cs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9A4D56-E33A-3396-3E9D-FDF1B124335D}"/>
              </a:ext>
            </a:extLst>
          </p:cNvPr>
          <p:cNvSpPr/>
          <p:nvPr/>
        </p:nvSpPr>
        <p:spPr>
          <a:xfrm>
            <a:off x="230124" y="228600"/>
            <a:ext cx="11731752" cy="64008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ABF99-AA8A-BFEB-94AF-6D849789E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8676" y="6264275"/>
            <a:ext cx="2743200" cy="365125"/>
          </a:xfrm>
        </p:spPr>
        <p:txBody>
          <a:bodyPr/>
          <a:lstStyle/>
          <a:p>
            <a:fld id="{575742E5-127A-4BEE-9C46-4C0CF5B3DD55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16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8681344-E5A2-D274-2804-7A10DDA624B1}"/>
              </a:ext>
            </a:extLst>
          </p:cNvPr>
          <p:cNvGrpSpPr>
            <a:grpSpLocks noChangeAspect="1"/>
          </p:cNvGrpSpPr>
          <p:nvPr/>
        </p:nvGrpSpPr>
        <p:grpSpPr>
          <a:xfrm>
            <a:off x="10864494" y="0"/>
            <a:ext cx="1327505" cy="1031132"/>
            <a:chOff x="10226040" y="0"/>
            <a:chExt cx="1965960" cy="152704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FBF5ECA-9E62-F5E8-2AE4-D3E65AD950A2}"/>
                </a:ext>
              </a:extLst>
            </p:cNvPr>
            <p:cNvSpPr/>
            <p:nvPr/>
          </p:nvSpPr>
          <p:spPr>
            <a:xfrm>
              <a:off x="10226040" y="0"/>
              <a:ext cx="1965960" cy="1527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8" descr="university_of_cincinnati-logo — ALL IN Challenge">
              <a:extLst>
                <a:ext uri="{FF2B5EF4-FFF2-40B4-BE49-F238E27FC236}">
                  <a16:creationId xmlns:a16="http://schemas.microsoft.com/office/drawing/2014/main" id="{EAC85599-BFAD-BF5D-33BD-36F7A174F0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2362" y="87354"/>
              <a:ext cx="1653315" cy="1439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DD01BB7E-057C-2D78-65B5-A7E2D1CC53E8}"/>
              </a:ext>
            </a:extLst>
          </p:cNvPr>
          <p:cNvSpPr txBox="1">
            <a:spLocks/>
          </p:cNvSpPr>
          <p:nvPr/>
        </p:nvSpPr>
        <p:spPr>
          <a:xfrm>
            <a:off x="468322" y="1200409"/>
            <a:ext cx="4587855" cy="52515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Group 13 elements like B and Al behave awkwardly</a:t>
            </a:r>
          </a:p>
          <a:p>
            <a:pPr marL="800100" lvl="1" indent="-342900">
              <a:lnSpc>
                <a:spcPct val="9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The extra valence electron means they are easily ejected from substitutional sites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They travel the crystal interstitially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Fe, Au, and other transition metals </a:t>
            </a:r>
          </a:p>
          <a:p>
            <a:pPr marL="800100" lvl="1" indent="-342900">
              <a:buFont typeface="Arial,Sans-Serif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Kickout Mechanism</a:t>
            </a:r>
          </a:p>
          <a:p>
            <a:pPr marL="800100" lvl="1" indent="-342900">
              <a:buFont typeface="Arial,Sans-Serif"/>
              <a:buChar char="•"/>
            </a:pPr>
            <a:r>
              <a:rPr lang="en-US" sz="2400">
                <a:latin typeface="Times New Roman"/>
                <a:cs typeface="Times New Roman"/>
              </a:rPr>
              <a:t>Equilibrium population at both interstitial and substitutional sites</a:t>
            </a:r>
            <a:endParaRPr lang="en-US" err="1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Both lead to poor VB agreement with real data</a:t>
            </a:r>
          </a:p>
          <a:p>
            <a:pPr marL="342900" indent="-342900">
              <a:buFont typeface="Arial"/>
              <a:buChar char="•"/>
            </a:pPr>
            <a:endParaRPr lang="en-US" sz="2400">
              <a:latin typeface="Times New Roman"/>
              <a:cs typeface="Times New Roman"/>
            </a:endParaRPr>
          </a:p>
          <a:p>
            <a:pPr lvl="1"/>
            <a:endParaRPr lang="en-US" sz="2400">
              <a:latin typeface="Times New Roman"/>
              <a:cs typeface="Times New Roman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BD2500-8208-8804-C094-72262279F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693" y="1199030"/>
            <a:ext cx="7133674" cy="528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578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C13BE-E63C-FAB1-C545-BBC968675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E41E-8E8C-A1CC-BDBE-3D2369419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24" y="306421"/>
            <a:ext cx="10451792" cy="72437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BDC210-A18D-9AD1-8DC4-EEB5F87C98EC}"/>
              </a:ext>
            </a:extLst>
          </p:cNvPr>
          <p:cNvSpPr/>
          <p:nvPr/>
        </p:nvSpPr>
        <p:spPr>
          <a:xfrm>
            <a:off x="230124" y="228600"/>
            <a:ext cx="11731752" cy="64008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0F8D0-B3E7-CA7A-566A-D33AF9F28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8676" y="6264275"/>
            <a:ext cx="2743200" cy="365125"/>
          </a:xfrm>
        </p:spPr>
        <p:txBody>
          <a:bodyPr/>
          <a:lstStyle/>
          <a:p>
            <a:fld id="{575742E5-127A-4BEE-9C46-4C0CF5B3DD55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16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D369454-4CB7-1E58-1569-74F8BCDF2ECC}"/>
              </a:ext>
            </a:extLst>
          </p:cNvPr>
          <p:cNvGrpSpPr>
            <a:grpSpLocks noChangeAspect="1"/>
          </p:cNvGrpSpPr>
          <p:nvPr/>
        </p:nvGrpSpPr>
        <p:grpSpPr>
          <a:xfrm>
            <a:off x="10864494" y="0"/>
            <a:ext cx="1327505" cy="1031132"/>
            <a:chOff x="10226040" y="0"/>
            <a:chExt cx="1965960" cy="152704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7A0F2E0-E18C-303C-9055-57D06BE9DC02}"/>
                </a:ext>
              </a:extLst>
            </p:cNvPr>
            <p:cNvSpPr/>
            <p:nvPr/>
          </p:nvSpPr>
          <p:spPr>
            <a:xfrm>
              <a:off x="10226040" y="0"/>
              <a:ext cx="1965960" cy="1527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8" descr="university_of_cincinnati-logo — ALL IN Challenge">
              <a:extLst>
                <a:ext uri="{FF2B5EF4-FFF2-40B4-BE49-F238E27FC236}">
                  <a16:creationId xmlns:a16="http://schemas.microsoft.com/office/drawing/2014/main" id="{664D2E0A-5668-8FEC-C525-4B60113A01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2362" y="87354"/>
              <a:ext cx="1653315" cy="1439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971E8659-4E5B-EF59-FDDC-97747EF07D52}"/>
              </a:ext>
            </a:extLst>
          </p:cNvPr>
          <p:cNvSpPr txBox="1">
            <a:spLocks/>
          </p:cNvSpPr>
          <p:nvPr/>
        </p:nvSpPr>
        <p:spPr>
          <a:xfrm>
            <a:off x="468322" y="1200409"/>
            <a:ext cx="11255355" cy="49085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Interstitially dissolved atoms diffuse more rapidly than substitutional atoms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between atomic radius and diffusion rate is stronger for interstitial than substitutional atoms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that electronegativity of solute cannot be neglected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 mirror Hume-Rothery rules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energies show correlation between melting temperature that are “near” each other</a:t>
            </a:r>
          </a:p>
        </p:txBody>
      </p:sp>
    </p:spTree>
    <p:extLst>
      <p:ext uri="{BB962C8B-B14F-4D97-AF65-F5344CB8AC3E}">
        <p14:creationId xmlns:p14="http://schemas.microsoft.com/office/powerpoint/2010/main" val="2830567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BBF3B-38C6-4CB7-4335-E59FC4719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B17F9-D4FC-63F9-C73E-B2ABEA707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24" y="306421"/>
            <a:ext cx="10451792" cy="72437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of Birchenall’s Correlation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E631D3-73CB-C062-7A7A-4B3D2EA7B9EF}"/>
              </a:ext>
            </a:extLst>
          </p:cNvPr>
          <p:cNvSpPr/>
          <p:nvPr/>
        </p:nvSpPr>
        <p:spPr>
          <a:xfrm>
            <a:off x="230124" y="228600"/>
            <a:ext cx="11731752" cy="64008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21E1C-9895-C8F3-3E4F-89D86A3FC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8676" y="6264275"/>
            <a:ext cx="2743200" cy="365125"/>
          </a:xfrm>
        </p:spPr>
        <p:txBody>
          <a:bodyPr/>
          <a:lstStyle/>
          <a:p>
            <a:fld id="{575742E5-127A-4BEE-9C46-4C0CF5B3DD55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sz="16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3DF34B-4CFD-E26F-7658-11F0AA59AFC9}"/>
              </a:ext>
            </a:extLst>
          </p:cNvPr>
          <p:cNvGrpSpPr>
            <a:grpSpLocks noChangeAspect="1"/>
          </p:cNvGrpSpPr>
          <p:nvPr/>
        </p:nvGrpSpPr>
        <p:grpSpPr>
          <a:xfrm>
            <a:off x="10864494" y="0"/>
            <a:ext cx="1327505" cy="1031132"/>
            <a:chOff x="10226040" y="0"/>
            <a:chExt cx="1965960" cy="152704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FA277BE-26BD-952E-31BA-867374547FE8}"/>
                </a:ext>
              </a:extLst>
            </p:cNvPr>
            <p:cNvSpPr/>
            <p:nvPr/>
          </p:nvSpPr>
          <p:spPr>
            <a:xfrm>
              <a:off x="10226040" y="0"/>
              <a:ext cx="1965960" cy="1527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8" descr="university_of_cincinnati-logo — ALL IN Challenge">
              <a:extLst>
                <a:ext uri="{FF2B5EF4-FFF2-40B4-BE49-F238E27FC236}">
                  <a16:creationId xmlns:a16="http://schemas.microsoft.com/office/drawing/2014/main" id="{B482A1F6-63B5-3532-E281-FE696A7E9A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2362" y="87354"/>
              <a:ext cx="1653315" cy="1439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EC72EF9D-49C1-DF71-E432-0222F6BC2AFF}"/>
              </a:ext>
            </a:extLst>
          </p:cNvPr>
          <p:cNvSpPr txBox="1">
            <a:spLocks/>
          </p:cNvSpPr>
          <p:nvPr/>
        </p:nvSpPr>
        <p:spPr>
          <a:xfrm>
            <a:off x="401087" y="1200409"/>
            <a:ext cx="11322590" cy="52335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Qualitative correlations can be used to validate/assess new data or choose between datasets that are inconsistent with each other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correlations can support quantitative theories &amp; post theoretical questions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Especially applicable for metallic host systems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Weaknesses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 correlation requires data to validate assumptions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Does not predict diffusivity in non-metals very effectively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Use Cases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Basic alloy design screening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High temperature processing prediction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Extrapolation for poorly studies systems</a:t>
            </a:r>
            <a:endParaRPr lang="en-US" dirty="0"/>
          </a:p>
          <a:p>
            <a:pPr marL="342900" indent="-342900">
              <a:buFont typeface="Arial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052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AD86E-E445-A079-65DA-B32717314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ED044-C9AA-D96E-CBE6-A51D97F14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116" y="306421"/>
            <a:ext cx="10515600" cy="72437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F547AC-A598-BE72-E071-16A72A964B1D}"/>
              </a:ext>
            </a:extLst>
          </p:cNvPr>
          <p:cNvSpPr/>
          <p:nvPr/>
        </p:nvSpPr>
        <p:spPr>
          <a:xfrm>
            <a:off x="230124" y="228600"/>
            <a:ext cx="11731752" cy="64008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8E1C5-FB97-794C-5710-E1460C372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8676" y="6264275"/>
            <a:ext cx="2743200" cy="365125"/>
          </a:xfrm>
        </p:spPr>
        <p:txBody>
          <a:bodyPr/>
          <a:lstStyle/>
          <a:p>
            <a:fld id="{575742E5-127A-4BEE-9C46-4C0CF5B3DD55}" type="slidenum">
              <a:rPr lang="en-US" sz="1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80F4DFD-3A95-5EC7-874B-C4607224A0FB}"/>
              </a:ext>
            </a:extLst>
          </p:cNvPr>
          <p:cNvGrpSpPr>
            <a:grpSpLocks noChangeAspect="1"/>
          </p:cNvGrpSpPr>
          <p:nvPr/>
        </p:nvGrpSpPr>
        <p:grpSpPr>
          <a:xfrm>
            <a:off x="10864494" y="0"/>
            <a:ext cx="1327505" cy="1031132"/>
            <a:chOff x="10226040" y="0"/>
            <a:chExt cx="1965960" cy="152704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308336E-4CFA-9909-04B3-8116BB64846A}"/>
                </a:ext>
              </a:extLst>
            </p:cNvPr>
            <p:cNvSpPr/>
            <p:nvPr/>
          </p:nvSpPr>
          <p:spPr>
            <a:xfrm>
              <a:off x="10226040" y="0"/>
              <a:ext cx="1965960" cy="1527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8" descr="university_of_cincinnati-logo — ALL IN Challenge">
              <a:extLst>
                <a:ext uri="{FF2B5EF4-FFF2-40B4-BE49-F238E27FC236}">
                  <a16:creationId xmlns:a16="http://schemas.microsoft.com/office/drawing/2014/main" id="{9A0A988E-0118-EF98-F0A6-169071ED84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2362" y="87354"/>
              <a:ext cx="1653315" cy="1439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D1DBB5F-EE49-C608-A23A-4A4406ADF166}"/>
              </a:ext>
            </a:extLst>
          </p:cNvPr>
          <p:cNvSpPr txBox="1"/>
          <p:nvPr/>
        </p:nvSpPr>
        <p:spPr>
          <a:xfrm>
            <a:off x="324971" y="1191638"/>
            <a:ext cx="11486029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Periodic Table -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(2024). Ptable.com.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https://ptable.com/#Properties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[2] Birchenall, C. E. 1951. “Volume Diffusion – An Empirical Survey.” In Atom Movements: A Seminar on Atom 	 </a:t>
            </a:r>
            <a:r>
              <a:rPr lang="en-US">
                <a:latin typeface="Times New Roman"/>
                <a:cs typeface="Times New Roman"/>
              </a:rPr>
              <a:t> Movements Held During the Thirty-Second National Metal Congress and Exposition, Chicago, October 21 	to 27, edited by  John H. Hollomon, 112–28. Cleveland, OH: American Society for Metals.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cs typeface="Times New Roman"/>
              </a:rPr>
              <a:t>[3]</a:t>
            </a:r>
            <a:r>
              <a:rPr lang="en-US" dirty="0">
                <a:latin typeface="Times New Roman"/>
                <a:ea typeface="+mn-lt"/>
                <a:cs typeface="Times New Roman"/>
              </a:rPr>
              <a:t> Vignes, A., &amp; Birchenall, C. E. (1968). Concentration Dependence of the Interdiffusion Coefficient in Binary 	Metallic Solid Solutions.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cs typeface="Times New Roman"/>
              </a:rPr>
              <a:t>[4]</a:t>
            </a:r>
            <a:r>
              <a:rPr lang="en-US">
                <a:latin typeface="Times New Roman"/>
                <a:ea typeface="+mn-lt"/>
                <a:cs typeface="Times New Roman"/>
              </a:rPr>
              <a:t> Birchenall, C. E. (1958). The Mechanism of Diffusion in the Solid State. Metallurgical Reviews, 3(1), 235–277.</a:t>
            </a:r>
          </a:p>
          <a:p>
            <a:endParaRPr lang="en-US" sz="2400" b="1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ea typeface="+mn-lt"/>
                <a:cs typeface="+mn-lt"/>
              </a:rPr>
              <a:t>‌</a:t>
            </a:r>
            <a:r>
              <a:rPr lang="en-US" sz="2000" b="1" dirty="0">
                <a:latin typeface="Times New Roman"/>
                <a:ea typeface="+mn-lt"/>
                <a:cs typeface="Times New Roman"/>
              </a:rPr>
              <a:t>Complete</a:t>
            </a:r>
            <a:r>
              <a:rPr lang="en-US" sz="2000" b="1" dirty="0">
                <a:latin typeface="Times New Roman"/>
                <a:ea typeface="Calibri"/>
                <a:cs typeface="Times New Roman"/>
              </a:rPr>
              <a:t> list of references for experimental data, all project materials, and 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presentation slides are publicly available through GitHub</a:t>
            </a:r>
            <a:endParaRPr lang="en-US" sz="2000" b="1" dirty="0">
              <a:latin typeface="Times New Roman"/>
              <a:ea typeface="Calibri"/>
              <a:cs typeface="Times New Roman"/>
            </a:endParaRPr>
          </a:p>
          <a:p>
            <a:pPr algn="ctr"/>
            <a:r>
              <a:rPr lang="en-US" sz="2000" b="1">
                <a:latin typeface="Times New Roman"/>
                <a:ea typeface="Calibri"/>
                <a:cs typeface="Times New Roman"/>
              </a:rPr>
              <a:t>~</a:t>
            </a:r>
            <a:endParaRPr lang="en-US" sz="2000" b="1" dirty="0">
              <a:latin typeface="Times New Roman"/>
              <a:ea typeface="Calibri"/>
              <a:cs typeface="Times New Roman"/>
            </a:endParaRPr>
          </a:p>
          <a:p>
            <a:pPr algn="ctr"/>
            <a:r>
              <a:rPr lang="en-US" sz="2000" b="1" dirty="0">
                <a:solidFill>
                  <a:srgbClr val="C00000"/>
                </a:solidFill>
                <a:latin typeface="Times New Roman"/>
                <a:ea typeface="+mn-lt"/>
                <a:cs typeface="Times New Roman"/>
              </a:rPr>
              <a:t>https://github.com/balianirudh/materials-kinetics/tree/main/Coefficient%20Mini%20Project</a:t>
            </a:r>
            <a:endParaRPr lang="en-US" b="1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8849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2469</TotalTime>
  <Words>922</Words>
  <Application>Microsoft Office PowerPoint</Application>
  <PresentationFormat>Widescreen</PresentationFormat>
  <Paragraphs>112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Birchenall’s Correlation</vt:lpstr>
      <vt:lpstr>Overview &amp; Historical Background</vt:lpstr>
      <vt:lpstr>Let’s consider diffusion in α-Fe...</vt:lpstr>
      <vt:lpstr>PowerPoint Presentation</vt:lpstr>
      <vt:lpstr>Structure Dependence</vt:lpstr>
      <vt:lpstr>Temperature Dependence</vt:lpstr>
      <vt:lpstr>Temperature Dependence</vt:lpstr>
      <vt:lpstr>Quantifying Birchenall’s Correlations</vt:lpstr>
      <vt:lpstr>Diffusion in α-Fe at 1100 °C</vt:lpstr>
      <vt:lpstr>Diffusion in α-Fe at 1100 °C</vt:lpstr>
      <vt:lpstr>Diffusion in Si at 1100 °C</vt:lpstr>
      <vt:lpstr>Diffusion in Si at 1100 °C</vt:lpstr>
      <vt:lpstr>Conclusions</vt:lpstr>
      <vt:lpstr>Assessment of Birchenall’s Correlation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Bali, Anirudh (baliad)</dc:creator>
  <cp:lastModifiedBy>Bali, Anirudh (baliad)</cp:lastModifiedBy>
  <cp:revision>58</cp:revision>
  <dcterms:created xsi:type="dcterms:W3CDTF">2025-12-02T08:34:04Z</dcterms:created>
  <dcterms:modified xsi:type="dcterms:W3CDTF">2026-03-25T00:06:46Z</dcterms:modified>
</cp:coreProperties>
</file>